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0" autoAdjust="0"/>
    <p:restoredTop sz="94660"/>
  </p:normalViewPr>
  <p:slideViewPr>
    <p:cSldViewPr showGuides="1">
      <p:cViewPr varScale="1">
        <p:scale>
          <a:sx n="100" d="100"/>
          <a:sy n="100" d="100"/>
        </p:scale>
        <p:origin x="10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chkim77b@naver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61990"/>
              </p:ext>
            </p:extLst>
          </p:nvPr>
        </p:nvGraphicFramePr>
        <p:xfrm>
          <a:off x="220132" y="404664"/>
          <a:ext cx="8781023" cy="2066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362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/>
                        <a:t>기본인적사항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이         </a:t>
                      </a:r>
                      <a:r>
                        <a:rPr lang="ko-KR" altLang="en-US" sz="1200" b="1" dirty="0" err="1"/>
                        <a:t>름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장문영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1978. 05.03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소속 </a:t>
                      </a:r>
                      <a:r>
                        <a:rPr lang="ko-KR" altLang="en-US" sz="1200" b="1"/>
                        <a:t>및 연락처</a:t>
                      </a:r>
                      <a:endParaRPr lang="ko-KR" altLang="en-US" sz="1200" b="1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 err="1"/>
                        <a:t>블루트윈클</a:t>
                      </a:r>
                      <a:r>
                        <a:rPr lang="ko-KR" altLang="en-US" sz="1200" baseline="0" dirty="0"/>
                        <a:t> </a:t>
                      </a:r>
                      <a:r>
                        <a:rPr lang="en-US" altLang="ko-KR" sz="1200" baseline="0" dirty="0"/>
                        <a:t>HR </a:t>
                      </a:r>
                      <a:r>
                        <a:rPr lang="ko-KR" altLang="en-US" sz="1200" baseline="0" dirty="0"/>
                        <a:t>대표</a:t>
                      </a:r>
                      <a:r>
                        <a:rPr lang="en-US" altLang="ko-KR" sz="1200" baseline="0" dirty="0"/>
                        <a:t>/ </a:t>
                      </a:r>
                      <a:r>
                        <a:rPr lang="en-US" altLang="ko-KR" sz="1200" baseline="0" dirty="0">
                          <a:hlinkClick r:id="rId2"/>
                        </a:rPr>
                        <a:t>jjangmy78@naver.com</a:t>
                      </a:r>
                      <a:r>
                        <a:rPr lang="en-US" altLang="ko-KR" sz="1200" baseline="0" dirty="0"/>
                        <a:t> / 010-8529-4363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2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/>
                        <a:t>인재선발</a:t>
                      </a:r>
                      <a:r>
                        <a:rPr lang="en-US" altLang="ko-KR" sz="1200" baseline="0" dirty="0"/>
                        <a:t>(</a:t>
                      </a:r>
                      <a:r>
                        <a:rPr lang="ko-KR" altLang="en-US" sz="1200" baseline="0" dirty="0"/>
                        <a:t>역량평가</a:t>
                      </a:r>
                      <a:r>
                        <a:rPr lang="en-US" altLang="ko-KR" sz="1200" baseline="0" dirty="0"/>
                        <a:t>), </a:t>
                      </a:r>
                      <a:r>
                        <a:rPr lang="ko-KR" altLang="en-US" sz="1200" baseline="0" dirty="0"/>
                        <a:t>마케팅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홍보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사업기획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/>
                        <a:t>교육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          </a:t>
                      </a:r>
                      <a:r>
                        <a:rPr lang="ko-KR" altLang="en-US" sz="1200" b="1" dirty="0" err="1"/>
                        <a:t>력</a:t>
                      </a:r>
                      <a:endParaRPr lang="ko-KR" altLang="en-US" sz="1200" b="1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경남대학교 신문방송학과 졸업</a:t>
                      </a:r>
                      <a:r>
                        <a:rPr lang="en-US" altLang="ko-KR" sz="1200" dirty="0"/>
                        <a:t>/ </a:t>
                      </a:r>
                    </a:p>
                    <a:p>
                      <a:pPr latinLnBrk="1"/>
                      <a:r>
                        <a:rPr lang="ko-KR" altLang="en-US" sz="1200" dirty="0"/>
                        <a:t>연세대학교 언론홍보대학원 석사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저널리즘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ko-KR" altLang="en-US" sz="1200" dirty="0"/>
                        <a:t>뉴미디어 전공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267384"/>
              </p:ext>
            </p:extLst>
          </p:nvPr>
        </p:nvGraphicFramePr>
        <p:xfrm>
          <a:off x="232219" y="2492896"/>
          <a:ext cx="8760145" cy="28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96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現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 err="1"/>
                        <a:t>블루트윈클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HR</a:t>
                      </a:r>
                      <a:r>
                        <a:rPr lang="ko-KR" altLang="en-US" sz="1200" dirty="0"/>
                        <a:t>대표 </a:t>
                      </a:r>
                      <a:r>
                        <a:rPr lang="en-US" altLang="ko-KR" sz="1200" dirty="0"/>
                        <a:t>(2024 6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~</a:t>
                      </a:r>
                      <a:r>
                        <a:rPr lang="ko-KR" altLang="en-US" sz="1200" dirty="0"/>
                        <a:t>현재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現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㈜ </a:t>
                      </a:r>
                      <a:r>
                        <a:rPr lang="ko-KR" altLang="en-US" sz="1200" dirty="0" err="1"/>
                        <a:t>세븐미어캣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고용 및 상임이사 </a:t>
                      </a:r>
                      <a:r>
                        <a:rPr lang="en-US" altLang="ko-KR" sz="1200" dirty="0"/>
                        <a:t>(2020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01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~ </a:t>
                      </a:r>
                      <a:r>
                        <a:rPr lang="ko-KR" altLang="en-US" sz="1200" dirty="0"/>
                        <a:t>현재</a:t>
                      </a:r>
                      <a:r>
                        <a:rPr lang="en-US" altLang="ko-KR" sz="1200" dirty="0"/>
                        <a:t>)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前</a:t>
                      </a:r>
                      <a:r>
                        <a:rPr lang="en-US" altLang="ko-KR" sz="1200" dirty="0"/>
                        <a:t>) ALMALOCO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교육기획팀 팀장 직무별 교육 훈련 및 운영 총괄</a:t>
                      </a:r>
                      <a:r>
                        <a:rPr lang="en-US" altLang="ko-KR" sz="1200" dirty="0"/>
                        <a:t>(2018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02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~ 2023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06</a:t>
                      </a:r>
                      <a:r>
                        <a:rPr lang="ko-KR" altLang="en-US" sz="1200" dirty="0"/>
                        <a:t>월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前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㈜ 동남 기업지원부문 기획실장 지원프로그램 기획 총괄</a:t>
                      </a:r>
                      <a:r>
                        <a:rPr lang="en-US" altLang="ko-KR" sz="1200" dirty="0"/>
                        <a:t>(2020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04</a:t>
                      </a:r>
                      <a:r>
                        <a:rPr lang="ko-KR" altLang="en-US" sz="1200" dirty="0"/>
                        <a:t>월</a:t>
                      </a:r>
                      <a:r>
                        <a:rPr lang="en-US" altLang="ko-KR" sz="1200" dirty="0"/>
                        <a:t>~ 2024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05</a:t>
                      </a:r>
                      <a:r>
                        <a:rPr lang="ko-KR" altLang="en-US" sz="1200" dirty="0"/>
                        <a:t>월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수행실적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/>
                        <a:t>[</a:t>
                      </a:r>
                      <a:r>
                        <a:rPr lang="ko-KR" altLang="en-US" sz="1200" b="0" dirty="0"/>
                        <a:t>서류</a:t>
                      </a:r>
                      <a:r>
                        <a:rPr lang="en-US" altLang="ko-KR" sz="1200" b="0" dirty="0"/>
                        <a:t>]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/>
                        <a:t>국민체육진흥공단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한국마사회</a:t>
                      </a:r>
                      <a:r>
                        <a:rPr lang="en-US" altLang="ko-KR" sz="1200" b="0" dirty="0"/>
                        <a:t>, SH</a:t>
                      </a:r>
                      <a:r>
                        <a:rPr lang="ko-KR" altLang="en-US" sz="1200" b="0" dirty="0"/>
                        <a:t>공사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국립항공박물관</a:t>
                      </a:r>
                      <a:r>
                        <a:rPr lang="en-US" altLang="ko-KR" sz="1200" b="0" dirty="0"/>
                        <a:t>, TS</a:t>
                      </a:r>
                      <a:r>
                        <a:rPr lang="ko-KR" altLang="en-US" sz="1200" b="0" dirty="0"/>
                        <a:t>교통안전공단</a:t>
                      </a:r>
                      <a:endParaRPr lang="en-US" altLang="ko-KR" sz="1200" b="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1200" b="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/>
                        <a:t>[</a:t>
                      </a:r>
                      <a:r>
                        <a:rPr lang="ko-KR" altLang="en-US" sz="1200" b="0" dirty="0"/>
                        <a:t>면접</a:t>
                      </a:r>
                      <a:r>
                        <a:rPr lang="en-US" altLang="ko-KR" sz="1200" b="0" dirty="0"/>
                        <a:t>] </a:t>
                      </a:r>
                      <a:r>
                        <a:rPr lang="ko-KR" altLang="en-US" sz="1200" b="0" dirty="0"/>
                        <a:t>한국산업안전공단</a:t>
                      </a:r>
                      <a:r>
                        <a:rPr lang="en-US" altLang="ko-KR" sz="1200" b="0" dirty="0"/>
                        <a:t>,  </a:t>
                      </a:r>
                      <a:r>
                        <a:rPr lang="ko-KR" altLang="en-US" sz="1200" b="0" dirty="0" err="1"/>
                        <a:t>한국수목원정원관리원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 인천교통공사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국가철도공단</a:t>
                      </a:r>
                      <a:r>
                        <a:rPr lang="en-US" altLang="ko-KR" sz="1200" b="0" dirty="0"/>
                        <a:t>,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/>
                        <a:t>예술의전당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중소벤처기업진흥공단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국립강원전문과학관</a:t>
                      </a:r>
                      <a:endParaRPr lang="en-US" alt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828548"/>
              </p:ext>
            </p:extLst>
          </p:nvPr>
        </p:nvGraphicFramePr>
        <p:xfrm>
          <a:off x="239786" y="5445224"/>
          <a:ext cx="8752578" cy="1371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0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74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기타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자격</a:t>
                      </a:r>
                      <a:r>
                        <a:rPr lang="ko-KR" altLang="en-US" sz="1400" baseline="0" dirty="0"/>
                        <a:t> 및 이수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저서 등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채용면접전문가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급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공정채용 </a:t>
                      </a:r>
                      <a:r>
                        <a:rPr lang="ko-KR" altLang="en-US" sz="1200" dirty="0" err="1"/>
                        <a:t>면접관교육수료</a:t>
                      </a:r>
                      <a:r>
                        <a:rPr lang="ko-KR" altLang="en-US" sz="1200" dirty="0"/>
                        <a:t>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인사담당자 </a:t>
                      </a:r>
                      <a:r>
                        <a:rPr lang="ko-KR" altLang="en-US" sz="1200" dirty="0" err="1"/>
                        <a:t>면접관교육과정수료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기타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-108520" y="0"/>
            <a:ext cx="2428860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 dirty="0">
                <a:solidFill>
                  <a:schemeClr val="accent1"/>
                </a:solidFill>
              </a:rPr>
              <a:t>면접관</a:t>
            </a:r>
            <a:r>
              <a:rPr lang="en-US" altLang="ko-KR" sz="2400" b="1" dirty="0">
                <a:solidFill>
                  <a:schemeClr val="accent1"/>
                </a:solidFill>
              </a:rPr>
              <a:t> Profile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86" y="812471"/>
            <a:ext cx="1306772" cy="163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3345</TotalTime>
  <Words>180</Words>
  <Application>Microsoft Office PowerPoint</Application>
  <PresentationFormat>화면 슬라이드 쇼(4:3)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104</cp:revision>
  <cp:lastPrinted>2017-10-19T02:00:40Z</cp:lastPrinted>
  <dcterms:created xsi:type="dcterms:W3CDTF">2014-08-26T23:33:08Z</dcterms:created>
  <dcterms:modified xsi:type="dcterms:W3CDTF">2026-01-10T22:57:32Z</dcterms:modified>
</cp:coreProperties>
</file>