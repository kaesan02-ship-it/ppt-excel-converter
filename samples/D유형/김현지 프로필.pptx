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 autoAdjust="0"/>
    <p:restoredTop sz="94660"/>
  </p:normalViewPr>
  <p:slideViewPr>
    <p:cSldViewPr>
      <p:cViewPr varScale="1">
        <p:scale>
          <a:sx n="106" d="100"/>
          <a:sy n="106" d="100"/>
        </p:scale>
        <p:origin x="121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D1CAD-79E2-443A-890F-9D867EA80623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6747-5DF3-49CF-A9E3-67898158F7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70303"/>
              </p:ext>
            </p:extLst>
          </p:nvPr>
        </p:nvGraphicFramePr>
        <p:xfrm>
          <a:off x="230571" y="395341"/>
          <a:ext cx="8736290" cy="1655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30"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김  현  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1979. 03. 19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이루다 컨설팅 대표</a:t>
                      </a:r>
                      <a:r>
                        <a:rPr lang="en-US" altLang="ko-KR" sz="1100" baseline="0" dirty="0">
                          <a:latin typeface="+mn-lt"/>
                        </a:rPr>
                        <a:t>, 010-3204-2444, neige102@naver.com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채용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선발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심리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인성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직무교육</a:t>
                      </a:r>
                      <a:r>
                        <a:rPr lang="en-US" altLang="ko-KR" sz="1100">
                          <a:latin typeface="+mn-lt"/>
                        </a:rPr>
                        <a:t>, </a:t>
                      </a:r>
                      <a:r>
                        <a:rPr lang="ko-KR" altLang="en-US" sz="1100">
                          <a:latin typeface="+mn-lt"/>
                        </a:rPr>
                        <a:t>조직관리</a:t>
                      </a:r>
                      <a:r>
                        <a:rPr lang="en-US" altLang="ko-KR" sz="1100" dirty="0">
                          <a:latin typeface="+mn-lt"/>
                        </a:rPr>
                        <a:t>, (</a:t>
                      </a:r>
                      <a:r>
                        <a:rPr lang="ko-KR" altLang="en-US" sz="1100" dirty="0">
                          <a:latin typeface="+mn-lt"/>
                        </a:rPr>
                        <a:t>영어면접관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latin typeface="+mn-lt"/>
                        </a:rPr>
                        <a:t> 영남대학교　심리학과　／　건국대학교 </a:t>
                      </a:r>
                      <a:r>
                        <a:rPr lang="ko-KR" altLang="en-US" sz="1100" dirty="0">
                          <a:latin typeface="+mn-lt"/>
                        </a:rPr>
                        <a:t>상담심리교육 석사 졸업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429865"/>
              </p:ext>
            </p:extLst>
          </p:nvPr>
        </p:nvGraphicFramePr>
        <p:xfrm>
          <a:off x="230570" y="2056309"/>
          <a:ext cx="8760145" cy="3879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249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700" dirty="0"/>
                        <a:t>경력사항 및 수행실적</a:t>
                      </a:r>
                    </a:p>
                  </a:txBody>
                  <a:tcPr marT="50292" marB="50292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dirty="0"/>
                        <a:t>이루다 컨설팅 대표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인재선발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인성검사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직업컨설팅 </a:t>
                      </a:r>
                      <a:r>
                        <a:rPr lang="en-US" altLang="ko-KR" sz="1100" dirty="0"/>
                        <a:t>(2016.03~</a:t>
                      </a:r>
                      <a:r>
                        <a:rPr lang="ko-KR" altLang="en-US" sz="1100" dirty="0"/>
                        <a:t>現在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en-US" altLang="ko-KR" sz="1100" dirty="0"/>
                        <a:t>L&amp;I</a:t>
                      </a:r>
                      <a:r>
                        <a:rPr lang="ko-KR" altLang="en-US" sz="1100" dirty="0"/>
                        <a:t>컨설팅 전문위원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인사 컨설팅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기업컨설팅</a:t>
                      </a:r>
                      <a:r>
                        <a:rPr lang="en-US" altLang="ko-KR" sz="1100" dirty="0"/>
                        <a:t>(2016.11~2020.10)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㈜에어부산 항공사 신입직원 직무교육관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신입직원 직무 교육관</a:t>
                      </a:r>
                      <a:r>
                        <a:rPr lang="en-US" altLang="ko-KR" sz="1100" dirty="0"/>
                        <a:t>(2009.03~2013.07)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ko-KR" sz="1100" dirty="0"/>
                        <a:t>KOTRA DUBAI </a:t>
                      </a:r>
                      <a:r>
                        <a:rPr lang="ko-KR" altLang="en-US" sz="1100" dirty="0"/>
                        <a:t>중소기업박람회 통역관</a:t>
                      </a:r>
                      <a:r>
                        <a:rPr lang="en-US" altLang="ko-KR" sz="1100" dirty="0"/>
                        <a:t>(2006.11~2009.02)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면접관련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수행 실적</a:t>
                      </a:r>
                      <a:endParaRPr lang="en-US" altLang="ko-KR" sz="1200" b="1" dirty="0"/>
                    </a:p>
                    <a:p>
                      <a:pPr algn="ctr" latinLnBrk="1"/>
                      <a:endParaRPr lang="en-US" altLang="ko-KR" sz="1200" b="1" dirty="0"/>
                    </a:p>
                    <a:p>
                      <a:pPr algn="ctr" latinLnBrk="1"/>
                      <a:endParaRPr lang="en-US" altLang="ko-KR" sz="1200" b="1" dirty="0"/>
                    </a:p>
                    <a:p>
                      <a:pPr algn="ctr" latinLnBrk="1"/>
                      <a:endParaRPr lang="en-US" altLang="ko-K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Century Schoolbook" panose="02040604050505020304" pitchFamily="18" charset="0"/>
                        </a:rPr>
                        <a:t>• </a:t>
                      </a:r>
                      <a:r>
                        <a:rPr lang="ko-KR" altLang="en-US" sz="1000" b="1" dirty="0">
                          <a:latin typeface="+mn-lt"/>
                        </a:rPr>
                        <a:t>면접심사</a:t>
                      </a:r>
                      <a:r>
                        <a:rPr lang="en-US" altLang="ko-KR" sz="1000" b="0" dirty="0">
                          <a:latin typeface="+mn-lt"/>
                        </a:rPr>
                        <a:t>: </a:t>
                      </a:r>
                      <a:r>
                        <a:rPr lang="ko-KR" altLang="en-US" sz="1000" b="0" dirty="0">
                          <a:latin typeface="+mn-lt"/>
                        </a:rPr>
                        <a:t>한국은행</a:t>
                      </a:r>
                      <a:r>
                        <a:rPr lang="en-US" altLang="ko-KR" sz="1000" b="0" dirty="0">
                          <a:latin typeface="+mn-lt"/>
                        </a:rPr>
                        <a:t>,</a:t>
                      </a:r>
                      <a:r>
                        <a:rPr lang="ko-KR" altLang="en-US" sz="1000" dirty="0"/>
                        <a:t>금융감독원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한국수출입은행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한국거래소</a:t>
                      </a:r>
                      <a:r>
                        <a:rPr lang="en-US" altLang="ko-KR" sz="1000" dirty="0"/>
                        <a:t>,KDB</a:t>
                      </a:r>
                      <a:r>
                        <a:rPr lang="ko-KR" altLang="en-US" sz="1000" dirty="0"/>
                        <a:t>산업은행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국민은행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농협은행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하나은행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수협중앙회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기술보증기금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한국남부발전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여수광양항만공사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국민건강보험공단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한국농어촌공사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근로복지공단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한국산업안전보건공단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대구시설관리공단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한국수력원자력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한전</a:t>
                      </a:r>
                      <a:r>
                        <a:rPr lang="en-US" altLang="ko-KR" sz="1000" dirty="0"/>
                        <a:t>KDN,</a:t>
                      </a:r>
                      <a:r>
                        <a:rPr lang="ko-KR" altLang="en-US" sz="1000" dirty="0"/>
                        <a:t>해양수산부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국립호남권생물자원관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한국무역보험공사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환경공단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국민은행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소상공인시장진흥공단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카이스트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한국전자통신연구원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한국연구재단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한국원자력환경공단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서민금융진흥원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한국농수산식품유통공사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도로교통공단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예술의 전당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한전원자력원료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한국교통안전공단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한국수목원정원관리원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인천항만공사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국가철도공단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중소기업중앙회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한국보건산업진흥원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한국산림복지진흥원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제주특별시자치도통합채용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수도권매립지관리공사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서울물재생시설공단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인천연수구청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한국농업기술진흥원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주택금융공사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원광대학교병원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건설근로자공제회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한국체육산업개발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어촌어항공단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코레일테크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코스콤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부산항만공사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축산물품질평가원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마사회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한국재정정보원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한국소방산업기술원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국립농산물품질관리원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한국전력거래소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한국데이터산업진흥원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한국수자원공사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한국산업기술시험원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대한장애인체육회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한국교육학술정보원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일산병원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충남대병원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신용보증재단중앙회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Century Schoolbook" panose="02040604050505020304" pitchFamily="18" charset="0"/>
                        </a:rPr>
                        <a:t>• </a:t>
                      </a:r>
                      <a:r>
                        <a:rPr lang="ko-KR" altLang="en-US" sz="1000" b="1" dirty="0">
                          <a:latin typeface="+mn-lt"/>
                        </a:rPr>
                        <a:t>영어면접</a:t>
                      </a:r>
                      <a:r>
                        <a:rPr lang="en-US" altLang="ko-KR" sz="1000" b="0" dirty="0">
                          <a:latin typeface="+mn-lt"/>
                        </a:rPr>
                        <a:t>:</a:t>
                      </a:r>
                      <a:r>
                        <a:rPr lang="ko-KR" altLang="en-US" sz="1000" b="0" dirty="0"/>
                        <a:t> 예금보험공사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한전</a:t>
                      </a:r>
                      <a:r>
                        <a:rPr lang="en-US" altLang="ko-KR" sz="1000" b="0" dirty="0"/>
                        <a:t>KPS,</a:t>
                      </a:r>
                      <a:r>
                        <a:rPr lang="ko-KR" altLang="en-US" sz="1000" b="0" dirty="0"/>
                        <a:t>농업기술실용화재단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한국수력원자력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건강보험심사평가원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국민은행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 err="1"/>
                        <a:t>경남투자경제진흥원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해외건설협회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평택국제교류재단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ko-KR" altLang="en-US" sz="1000" b="0" dirty="0"/>
                        <a:t>고양시 통합채용 </a:t>
                      </a:r>
                      <a:endParaRPr lang="en-US" altLang="ko-KR" sz="1000" b="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000" b="1" dirty="0">
                          <a:latin typeface="+mn-lt"/>
                        </a:rPr>
                        <a:t>서류심사</a:t>
                      </a:r>
                      <a:r>
                        <a:rPr lang="en-US" altLang="ko-KR" sz="1000" b="0" dirty="0">
                          <a:latin typeface="+mn-lt"/>
                        </a:rPr>
                        <a:t>:</a:t>
                      </a:r>
                      <a:r>
                        <a:rPr lang="en-US" altLang="ko-KR" sz="1000" dirty="0"/>
                        <a:t> KDB</a:t>
                      </a:r>
                      <a:r>
                        <a:rPr lang="ko-KR" altLang="en-US" sz="1000" dirty="0"/>
                        <a:t>산업은행</a:t>
                      </a:r>
                      <a:r>
                        <a:rPr lang="en-US" altLang="ko-KR" sz="1000" dirty="0"/>
                        <a:t>, LH</a:t>
                      </a:r>
                      <a:r>
                        <a:rPr lang="ko-KR" altLang="en-US" sz="1000" dirty="0"/>
                        <a:t>한국토지주택공사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한국철도시설공단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행정안전부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한전</a:t>
                      </a:r>
                      <a:r>
                        <a:rPr lang="en-US" altLang="ko-KR" sz="1000" dirty="0"/>
                        <a:t>KPS,</a:t>
                      </a:r>
                      <a:r>
                        <a:rPr lang="ko-KR" altLang="en-US" sz="1000" dirty="0"/>
                        <a:t>국민은행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한국가스공사</a:t>
                      </a:r>
                      <a:r>
                        <a:rPr lang="en-US" altLang="ko-KR" sz="1000" dirty="0"/>
                        <a:t>, IBK</a:t>
                      </a:r>
                      <a:r>
                        <a:rPr lang="ko-KR" altLang="en-US" sz="1000" dirty="0"/>
                        <a:t>기업은행</a:t>
                      </a:r>
                      <a:r>
                        <a:rPr lang="en-US" altLang="ko-KR" sz="1000" dirty="0"/>
                        <a:t>, KOTRA, </a:t>
                      </a:r>
                      <a:r>
                        <a:rPr lang="ko-KR" altLang="en-US" sz="1000" dirty="0"/>
                        <a:t>한국지역난방공사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농수산식품유통공사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한국중부발전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한국산업기술진흥원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한국도로공사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한국국제협력단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건강보험심사평가원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한국해양조사협회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국민건강보험공단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예술의전당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사립학교교직원연금공단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한국무역보험공사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한국중부발전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국립아시아문화전당재단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한국교육학술정보원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서울시</a:t>
                      </a:r>
                      <a:r>
                        <a:rPr lang="en-US" altLang="ko-KR" sz="1000" dirty="0"/>
                        <a:t>50</a:t>
                      </a:r>
                      <a:r>
                        <a:rPr lang="ko-KR" altLang="en-US" sz="1000" dirty="0"/>
                        <a:t>플러스재단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신용보증기금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언론중재위원회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한국수력원자력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신용보증재단 등</a:t>
                      </a:r>
                      <a:endParaRPr lang="en-US" altLang="ko-KR" sz="10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621118"/>
              </p:ext>
            </p:extLst>
          </p:nvPr>
        </p:nvGraphicFramePr>
        <p:xfrm>
          <a:off x="214282" y="5669280"/>
          <a:ext cx="8752578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73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Century Schoolbook" panose="02040604050505020304" pitchFamily="18" charset="0"/>
                        </a:rPr>
                        <a:t>•  </a:t>
                      </a:r>
                      <a:r>
                        <a:rPr lang="ko-KR" altLang="en-US" sz="1050" dirty="0">
                          <a:latin typeface="Century Schoolbook" panose="02040604050505020304" pitchFamily="18" charset="0"/>
                        </a:rPr>
                        <a:t>전문면접관 교육이수 </a:t>
                      </a:r>
                      <a:r>
                        <a:rPr lang="en-US" altLang="ko-KR" sz="1050" dirty="0">
                          <a:latin typeface="Century Schoolbook" panose="02040604050505020304" pitchFamily="18" charset="0"/>
                        </a:rPr>
                        <a:t>(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한국표준협회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사람인 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급면접관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한국인재평가연구소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매일경제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이노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 </a:t>
                      </a:r>
                      <a:r>
                        <a:rPr lang="ko-KR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면접관 마스터과정</a:t>
                      </a:r>
                      <a:r>
                        <a:rPr lang="en-US" altLang="ko-K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 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Century Schoolbook" panose="02040604050505020304" pitchFamily="18" charset="0"/>
                        </a:rPr>
                        <a:t>•  </a:t>
                      </a:r>
                      <a:r>
                        <a:rPr lang="ko-KR" altLang="en-US" sz="1050" dirty="0">
                          <a:latin typeface="Century Schoolbook" panose="02040604050505020304" pitchFamily="18" charset="0"/>
                        </a:rPr>
                        <a:t>국가직무능력 </a:t>
                      </a:r>
                      <a:r>
                        <a:rPr lang="ko-KR" altLang="en-US" sz="1050" dirty="0" err="1">
                          <a:latin typeface="Century Schoolbook" panose="02040604050505020304" pitchFamily="18" charset="0"/>
                        </a:rPr>
                        <a:t>표준원</a:t>
                      </a:r>
                      <a:r>
                        <a:rPr lang="ko-KR" altLang="en-US" sz="1050" dirty="0">
                          <a:latin typeface="Century Schoolbook" panose="02040604050505020304" pitchFamily="18" charset="0"/>
                        </a:rPr>
                        <a:t> 민간 분야평가위원과정 수료</a:t>
                      </a:r>
                      <a:r>
                        <a:rPr lang="en-US" altLang="ko-KR" sz="1050" dirty="0">
                          <a:latin typeface="Century Schoolbook" panose="02040604050505020304" pitchFamily="18" charset="0"/>
                        </a:rPr>
                        <a:t>(</a:t>
                      </a:r>
                      <a:r>
                        <a:rPr lang="ko-KR" altLang="en-US" sz="1050" dirty="0">
                          <a:latin typeface="Century Schoolbook" panose="02040604050505020304" pitchFamily="18" charset="0"/>
                        </a:rPr>
                        <a:t>산업인력공단</a:t>
                      </a:r>
                      <a:r>
                        <a:rPr lang="en-US" altLang="ko-KR" sz="1050" dirty="0">
                          <a:latin typeface="Century Schoolbook" panose="02040604050505020304" pitchFamily="18" charset="0"/>
                        </a:rPr>
                        <a:t>)</a:t>
                      </a:r>
                      <a:r>
                        <a:rPr lang="ko-KR" altLang="en-US" sz="1050" dirty="0"/>
                        <a:t>                         </a:t>
                      </a:r>
                      <a:endParaRPr lang="en-US" altLang="ko-KR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9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직업상담사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2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급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고용노동부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lang="en-US" altLang="ko-KR" sz="105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dirty="0"/>
                        <a:t>임상심리사 </a:t>
                      </a:r>
                      <a:r>
                        <a:rPr lang="en-US" altLang="ko-KR" sz="1050" dirty="0"/>
                        <a:t>2</a:t>
                      </a:r>
                      <a:r>
                        <a:rPr lang="ko-KR" altLang="en-US" sz="1050" dirty="0"/>
                        <a:t>급 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보건복지부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123728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A4E209D-16E2-2448-635F-282A9F7624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70" y="692697"/>
            <a:ext cx="1332811" cy="1367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403</Words>
  <Application>Microsoft Office PowerPoint</Application>
  <PresentationFormat>화면 슬라이드 쇼(4:3)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Century Schoolbook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61</cp:revision>
  <dcterms:created xsi:type="dcterms:W3CDTF">2020-11-22T09:49:43Z</dcterms:created>
  <dcterms:modified xsi:type="dcterms:W3CDTF">2026-01-10T22:52:21Z</dcterms:modified>
</cp:coreProperties>
</file>