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25" autoAdjust="0"/>
  </p:normalViewPr>
  <p:slideViewPr>
    <p:cSldViewPr>
      <p:cViewPr varScale="1">
        <p:scale>
          <a:sx n="91" d="100"/>
          <a:sy n="91" d="100"/>
        </p:scale>
        <p:origin x="1640" y="5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540841"/>
              </p:ext>
            </p:extLst>
          </p:nvPr>
        </p:nvGraphicFramePr>
        <p:xfrm>
          <a:off x="220132" y="404664"/>
          <a:ext cx="8781023" cy="1924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김다정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1977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14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경동대학교 국제개발처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부처장</a:t>
                      </a:r>
                      <a:r>
                        <a:rPr lang="ko-KR" altLang="en-US" sz="1100" baseline="0" dirty="0">
                          <a:latin typeface="+mn-lt"/>
                        </a:rPr>
                        <a:t>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010-9932-0653   orda@kduniv.ac.kr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서비스분야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고객관리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교육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, IT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lt"/>
                        </a:rPr>
                        <a:t>서울여자대학교 </a:t>
                      </a:r>
                      <a:r>
                        <a:rPr lang="ko-KR" altLang="en-US" sz="1100" dirty="0" err="1">
                          <a:latin typeface="+mn-lt"/>
                        </a:rPr>
                        <a:t>미술학</a:t>
                      </a:r>
                      <a:r>
                        <a:rPr lang="ko-KR" altLang="en-US" sz="1100" dirty="0">
                          <a:latin typeface="+mn-lt"/>
                        </a:rPr>
                        <a:t> 학사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홍익대학교 미술교육학 석사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세종대학교 호텔관광경영학 박사</a:t>
                      </a:r>
                    </a:p>
                    <a:p>
                      <a:pPr latinLnBrk="1"/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46639"/>
              </p:ext>
            </p:extLst>
          </p:nvPr>
        </p:nvGraphicFramePr>
        <p:xfrm>
          <a:off x="241011" y="2262248"/>
          <a:ext cx="8760145" cy="30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3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512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경동대학교 국제개발처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부처장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경기도 원스텝 교육 및 컨설팅 담당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(2024~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ko-KR" altLang="en-US" sz="1100" baseline="0" dirty="0">
                        <a:latin typeface="+mn-lt"/>
                      </a:endParaRP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호텔신라 인사팀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채용담당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대표이사 사장 비서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워커힐호텔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교육팀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Concierge &amp; GRO VIP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담당 업무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대한한공 국제선 승무원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(2000.10.01~2002.03)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1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 err="1">
                          <a:latin typeface="+mn-lt"/>
                        </a:rPr>
                        <a:t>한국사회적기업진흥원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지방공기업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한국장학재단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국민건강보험공단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spc="0" dirty="0" err="1"/>
                        <a:t>가덕도시공항건설공단</a:t>
                      </a:r>
                      <a:r>
                        <a:rPr lang="en-US" altLang="ko-KR" sz="1100" b="0" spc="0" dirty="0"/>
                        <a:t>, </a:t>
                      </a:r>
                      <a:r>
                        <a:rPr lang="ko-KR" altLang="en-US" sz="1100" b="0" spc="0" dirty="0"/>
                        <a:t>신용보증재단중앙회</a:t>
                      </a:r>
                      <a:r>
                        <a:rPr lang="en-US" altLang="ko-KR" sz="1100" b="0" spc="0" dirty="0"/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서울문화재단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서울물재생시설관리공단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인천관광공사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경기주택도시공사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건강보험심사평가원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KPS</a:t>
                      </a:r>
                      <a:endParaRPr lang="en-US" altLang="ko-KR" sz="1100" b="1" dirty="0">
                        <a:latin typeface="+mn-lt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208483"/>
              </p:ext>
            </p:extLst>
          </p:nvPr>
        </p:nvGraphicFramePr>
        <p:xfrm>
          <a:off x="248578" y="5373216"/>
          <a:ext cx="8752578" cy="143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66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인사담당자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면접관 교육과정수료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한국산업인력공단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엑스퍼트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kern="1200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이수</a:t>
                      </a:r>
                      <a:r>
                        <a:rPr lang="en-US" altLang="ko-KR" sz="1100" b="0" i="0" kern="1200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한국전문면접평가인증원</a:t>
                      </a:r>
                      <a:r>
                        <a:rPr lang="en-US" altLang="ko-KR" sz="1100" b="0" kern="1200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중등학교 정교사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미술상담사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B2E826-FE04-4526-828A-1E8BAB586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4514" r="1" b="8117"/>
          <a:stretch/>
        </p:blipFill>
        <p:spPr>
          <a:xfrm>
            <a:off x="241011" y="768253"/>
            <a:ext cx="1324364" cy="154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2669</TotalTime>
  <Words>210</Words>
  <Application>Microsoft Office PowerPoint</Application>
  <PresentationFormat>화면 슬라이드 쇼(4:3)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125</cp:revision>
  <dcterms:created xsi:type="dcterms:W3CDTF">2014-08-26T23:33:08Z</dcterms:created>
  <dcterms:modified xsi:type="dcterms:W3CDTF">2026-01-10T22:54:35Z</dcterms:modified>
  <cp:version/>
</cp:coreProperties>
</file>