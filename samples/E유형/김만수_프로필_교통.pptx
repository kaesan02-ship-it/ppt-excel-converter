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186" y="8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112722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/>
                        <a:t>기본 인적사항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/>
                    </a:p>
                    <a:p>
                      <a:pPr algn="ctr" latinLnBrk="1"/>
                      <a:endParaRPr lang="en-US" altLang="ko-KR" sz="1100"/>
                    </a:p>
                    <a:p>
                      <a:pPr algn="ctr" latinLnBrk="1"/>
                      <a:endParaRPr lang="en-US" altLang="ko-KR" sz="1100"/>
                    </a:p>
                    <a:p>
                      <a:pPr algn="ctr" latinLnBrk="1"/>
                      <a:r>
                        <a:rPr lang="ko-KR" altLang="en-US" sz="1100"/>
                        <a:t>사 진</a:t>
                      </a:r>
                      <a:endParaRPr lang="en-US" altLang="ko-KR" sz="110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j-ea"/>
                          <a:ea typeface="+mj-ea"/>
                        </a:rPr>
                        <a:t>이         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김만수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생 년 월 일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/>
                        <a:t>1979</a:t>
                      </a:r>
                      <a:r>
                        <a:rPr lang="ko-KR" altLang="en-US" sz="1100"/>
                        <a:t>년</a:t>
                      </a:r>
                      <a:r>
                        <a:rPr lang="en-US" altLang="ko-KR" sz="1100"/>
                        <a:t>9</a:t>
                      </a:r>
                      <a:r>
                        <a:rPr lang="ko-KR" altLang="en-US" sz="1100"/>
                        <a:t>월</a:t>
                      </a:r>
                      <a:r>
                        <a:rPr lang="en-US" altLang="ko-KR" sz="1100"/>
                        <a:t>14</a:t>
                      </a:r>
                      <a:r>
                        <a:rPr lang="ko-KR" altLang="en-US" sz="1100"/>
                        <a:t>일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j-ea"/>
                          <a:ea typeface="+mj-ea"/>
                        </a:rPr>
                        <a:t>소속 및 연락처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n-lt"/>
                        </a:rPr>
                        <a:t>한국도로교통공단 서울지부 차장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010-3393-1979          mansukim@Koroad.or.kr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j-ea"/>
                          <a:ea typeface="+mj-ea"/>
                        </a:rPr>
                        <a:t>전  문  분 야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경영일반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총무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 </a:t>
                      </a:r>
                      <a:r>
                        <a:rPr lang="ko-KR" altLang="en-US" sz="1100" dirty="0">
                          <a:latin typeface="+mn-lt"/>
                        </a:rPr>
                        <a:t>회계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자산관리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 err="1">
                          <a:latin typeface="+mn-lt"/>
                        </a:rPr>
                        <a:t>공공일반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교통안전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교육기획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건국대학교 경영학과 졸업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932574"/>
              </p:ext>
            </p:extLst>
          </p:nvPr>
        </p:nvGraphicFramePr>
        <p:xfrm>
          <a:off x="223962" y="2323586"/>
          <a:ext cx="8760145" cy="240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11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한국도로교통단 서울지부 총무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인사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회계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자산관리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홍보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특별교통안전교육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고령운전자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대상 교육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(2021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2024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외부전문가 참여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., KOICA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미얀마 스쿨버스 지원을 통한 교육환경 개선사업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평창올림픽 대회 수송전문위원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(2017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~2018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어린이 통학버스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동승보호자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이러닝 콘텐츠 제작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(2015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46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 err="1"/>
                        <a:t>주요실적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0" dirty="0">
                          <a:latin typeface="+mn-lt"/>
                        </a:rPr>
                        <a:t>[</a:t>
                      </a:r>
                      <a:r>
                        <a:rPr lang="ko-KR" altLang="en-US" sz="1100" b="0" dirty="0">
                          <a:latin typeface="+mn-lt"/>
                        </a:rPr>
                        <a:t>서류</a:t>
                      </a:r>
                      <a:r>
                        <a:rPr lang="en-US" altLang="ko-KR" sz="1100" b="0" dirty="0">
                          <a:latin typeface="+mn-lt"/>
                        </a:rPr>
                        <a:t>]</a:t>
                      </a:r>
                      <a:r>
                        <a:rPr lang="en-US" altLang="ko-KR" sz="1100" b="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="0" baseline="0" dirty="0">
                          <a:latin typeface="+mn-lt"/>
                        </a:rPr>
                        <a:t>대한적십자 경기지사 채용</a:t>
                      </a:r>
                      <a:r>
                        <a:rPr lang="en-US" altLang="ko-KR" sz="1100" b="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="0" baseline="0" dirty="0" err="1">
                          <a:latin typeface="+mn-lt"/>
                        </a:rPr>
                        <a:t>법부보호복지공단</a:t>
                      </a:r>
                      <a:r>
                        <a:rPr lang="ko-KR" altLang="en-US" sz="1100" b="0" baseline="0" dirty="0">
                          <a:latin typeface="+mn-lt"/>
                        </a:rPr>
                        <a:t> 경기지부 채용</a:t>
                      </a:r>
                      <a:br>
                        <a:rPr lang="en-US" altLang="ko-KR" sz="1100" b="0" baseline="0" dirty="0">
                          <a:latin typeface="+mn-lt"/>
                        </a:rPr>
                      </a:br>
                      <a:r>
                        <a:rPr lang="en-US" altLang="ko-KR" sz="1100" b="0" dirty="0">
                          <a:latin typeface="+mn-lt"/>
                        </a:rPr>
                        <a:t>[</a:t>
                      </a:r>
                      <a:r>
                        <a:rPr lang="ko-KR" altLang="en-US" sz="1100" b="0" dirty="0">
                          <a:latin typeface="+mn-lt"/>
                        </a:rPr>
                        <a:t>면접</a:t>
                      </a:r>
                      <a:r>
                        <a:rPr lang="en-US" altLang="ko-KR" sz="1100" b="0" dirty="0">
                          <a:latin typeface="+mn-lt"/>
                        </a:rPr>
                        <a:t>]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경기도 남부 경찰청 채용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산림청 산림항공본부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운전직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채용 등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0" dirty="0">
                          <a:latin typeface="+mn-lt"/>
                        </a:rPr>
                        <a:t> ※ 2021</a:t>
                      </a:r>
                      <a:r>
                        <a:rPr lang="ko-KR" altLang="en-US" sz="1100" b="0" dirty="0">
                          <a:latin typeface="+mn-lt"/>
                        </a:rPr>
                        <a:t>년</a:t>
                      </a:r>
                      <a:r>
                        <a:rPr lang="en-US" altLang="ko-KR" sz="1100" b="0" dirty="0">
                          <a:latin typeface="+mn-lt"/>
                        </a:rPr>
                        <a:t>-2022</a:t>
                      </a:r>
                      <a:r>
                        <a:rPr lang="ko-KR" altLang="en-US" sz="1100" b="0" dirty="0">
                          <a:latin typeface="+mn-lt"/>
                        </a:rPr>
                        <a:t>년</a:t>
                      </a:r>
                      <a:r>
                        <a:rPr lang="en-US" altLang="ko-KR" sz="1100" b="0" dirty="0">
                          <a:latin typeface="+mn-lt"/>
                        </a:rPr>
                        <a:t> </a:t>
                      </a:r>
                      <a:r>
                        <a:rPr lang="ko-KR" altLang="en-US" sz="1100" b="0" dirty="0">
                          <a:latin typeface="+mn-lt"/>
                        </a:rPr>
                        <a:t>한국도로교통공단 경기지부 </a:t>
                      </a:r>
                      <a:r>
                        <a:rPr lang="ko-KR" altLang="en-US" sz="1100" b="0" dirty="0" err="1">
                          <a:latin typeface="+mn-lt"/>
                        </a:rPr>
                        <a:t>안전교육부</a:t>
                      </a:r>
                      <a:r>
                        <a:rPr lang="ko-KR" altLang="en-US" sz="1100" b="0" dirty="0">
                          <a:latin typeface="+mn-lt"/>
                        </a:rPr>
                        <a:t> 채용 담당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448159"/>
              </p:ext>
            </p:extLst>
          </p:nvPr>
        </p:nvGraphicFramePr>
        <p:xfrm>
          <a:off x="226120" y="4796462"/>
          <a:ext cx="8752578" cy="161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1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4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자격</a:t>
                      </a:r>
                      <a:r>
                        <a:rPr lang="en-US" altLang="ko-KR" sz="1100" dirty="0"/>
                        <a:t>) CS Leaders(</a:t>
                      </a:r>
                      <a:r>
                        <a:rPr lang="ko-KR" altLang="en-US" sz="1100" dirty="0"/>
                        <a:t>관리사</a:t>
                      </a:r>
                      <a:r>
                        <a:rPr lang="en-US" altLang="ko-KR" sz="1100" dirty="0"/>
                        <a:t>) – </a:t>
                      </a:r>
                      <a:r>
                        <a:rPr lang="ko-KR" altLang="en-US" sz="1100" dirty="0"/>
                        <a:t>한국정보평가협회</a:t>
                      </a:r>
                      <a:endParaRPr lang="en-US" altLang="ko-KR" sz="11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자격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 err="1"/>
                        <a:t>기능검정원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– </a:t>
                      </a:r>
                      <a:r>
                        <a:rPr lang="ko-KR" altLang="en-US" sz="1100" dirty="0"/>
                        <a:t>경찰청</a:t>
                      </a:r>
                      <a:endParaRPr lang="en-US" altLang="ko-KR" sz="11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자격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사무자동화 산업기사 </a:t>
                      </a:r>
                      <a:r>
                        <a:rPr lang="en-US" altLang="ko-KR" sz="1100" dirty="0"/>
                        <a:t>– </a:t>
                      </a:r>
                      <a:r>
                        <a:rPr lang="ko-KR" altLang="en-US" sz="1100" dirty="0"/>
                        <a:t>한국산업인력공단</a:t>
                      </a:r>
                      <a:endParaRPr lang="en-US" altLang="ko-KR" sz="11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논문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노인교통사고 사상자 감소 방안에 대한 연구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노인운전자</a:t>
                      </a:r>
                      <a:r>
                        <a:rPr lang="ko-KR" altLang="en-US" sz="1100" dirty="0"/>
                        <a:t> 교통사고를 중심으로</a:t>
                      </a:r>
                      <a:r>
                        <a:rPr lang="en-US" altLang="ko-KR" sz="1100" dirty="0"/>
                        <a:t>)- 2014, </a:t>
                      </a:r>
                      <a:r>
                        <a:rPr lang="ko-KR" altLang="en-US" sz="1100" dirty="0"/>
                        <a:t>한국도로교통공단</a:t>
                      </a:r>
                      <a:br>
                        <a:rPr lang="en-US" altLang="ko-KR" sz="1100" dirty="0"/>
                      </a:b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64" y="764704"/>
            <a:ext cx="1325200" cy="14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242</Words>
  <Application>Microsoft Office PowerPoint</Application>
  <PresentationFormat>화면 슬라이드 쇼(4:3)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Administrator</cp:lastModifiedBy>
  <cp:revision>118</cp:revision>
  <dcterms:created xsi:type="dcterms:W3CDTF">2014-08-26T23:33:08Z</dcterms:created>
  <dcterms:modified xsi:type="dcterms:W3CDTF">2026-01-12T07:13:08Z</dcterms:modified>
  <cp:version/>
</cp:coreProperties>
</file>