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288" cy="49696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798" y="0"/>
            <a:ext cx="2945288" cy="496968"/>
          </a:xfrm>
          <a:prstGeom prst="rect">
            <a:avLst/>
          </a:prstGeom>
        </p:spPr>
        <p:txBody>
          <a:bodyPr vert="horz" lIns="91467" tIns="45734" rIns="91467" bIns="45734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67" tIns="45734" rIns="91467" bIns="45734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77553"/>
            <a:ext cx="5437822" cy="3909050"/>
          </a:xfrm>
          <a:prstGeom prst="rect">
            <a:avLst/>
          </a:prstGeom>
        </p:spPr>
        <p:txBody>
          <a:bodyPr vert="horz" lIns="91467" tIns="45734" rIns="91467" bIns="45734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9672"/>
            <a:ext cx="2945288" cy="49696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798" y="9429672"/>
            <a:ext cx="2945288" cy="496967"/>
          </a:xfrm>
          <a:prstGeom prst="rect">
            <a:avLst/>
          </a:prstGeom>
        </p:spPr>
        <p:txBody>
          <a:bodyPr vert="horz" lIns="91467" tIns="45734" rIns="91467" bIns="45734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mm1205@ictr.or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073154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endParaRPr lang="ko-KR" altLang="en-US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  윤  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1974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10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24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인천교통공사   총무인사팀 부장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010-2802-3127 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mmm1205@ictr.or.kr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총무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이화여자대학교 생물학 학사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343911"/>
              </p:ext>
            </p:extLst>
          </p:nvPr>
        </p:nvGraphicFramePr>
        <p:xfrm>
          <a:off x="241011" y="2276872"/>
          <a:ext cx="8760145" cy="301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총무인사팀 </a:t>
                      </a:r>
                      <a:r>
                        <a:rPr lang="ko-KR" altLang="en-US" sz="1100" baseline="0" dirty="0">
                          <a:latin typeface="+mn-lt"/>
                        </a:rPr>
                        <a:t>인사부장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1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호선역무사업소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차장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(2020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2023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혁신평가팀 부서성과평가 담당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항공안전기술원 </a:t>
                      </a:r>
                      <a:endParaRPr lang="en-US" altLang="ko-KR" sz="1100" b="0" dirty="0">
                        <a:latin typeface="+mn-lt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서울교통공사 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인천교통공사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도로교통공단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인천운전면허시험장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인천메트로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 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: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인천환경공단 신입사원 채용용역 제안서 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79210"/>
              </p:ext>
            </p:extLst>
          </p:nvPr>
        </p:nvGraphicFramePr>
        <p:xfrm>
          <a:off x="248578" y="5289376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3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/>
                        <a:t>공정채용 인사담당자 교육과정수료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EF688F-8F5C-45EF-B5B2-2118703A5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74" y="787415"/>
            <a:ext cx="1161381" cy="141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140</Words>
  <Application>Microsoft Office PowerPoint</Application>
  <PresentationFormat>화면 슬라이드 쇼(4:3)</PresentationFormat>
  <Paragraphs>31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120</cp:revision>
  <cp:lastPrinted>2026-01-09T05:53:39Z</cp:lastPrinted>
  <dcterms:created xsi:type="dcterms:W3CDTF">2014-08-26T23:33:08Z</dcterms:created>
  <dcterms:modified xsi:type="dcterms:W3CDTF">2026-01-09T10:13:08Z</dcterms:modified>
  <cp:version/>
</cp:coreProperties>
</file>