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18D3B-4759-40CD-8BE6-027271A06D87}" v="92" dt="2025-11-28T02:57:11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ycareer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995730"/>
              </p:ext>
            </p:extLst>
          </p:nvPr>
        </p:nvGraphicFramePr>
        <p:xfrm>
          <a:off x="220132" y="404664"/>
          <a:ext cx="8781023" cy="183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695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182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최지영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1981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16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    ㈜</a:t>
                      </a:r>
                      <a:r>
                        <a:rPr lang="en-US" altLang="ko-KR" sz="1100" baseline="0" dirty="0">
                          <a:latin typeface="+mn-lt"/>
                        </a:rPr>
                        <a:t>ECCI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수석컨설턴트</a:t>
                      </a:r>
                      <a:r>
                        <a:rPr lang="ko-KR" altLang="en-US" sz="1100" baseline="0" dirty="0">
                          <a:latin typeface="+mn-lt"/>
                        </a:rPr>
                        <a:t>  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010-7576-2715           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jycareer@naver.com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채용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교육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경력개발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공공일반</a:t>
                      </a:r>
                      <a:r>
                        <a:rPr lang="en-US" altLang="ko-KR" sz="1100" dirty="0">
                          <a:latin typeface="+mn-lt"/>
                        </a:rPr>
                        <a:t>(</a:t>
                      </a:r>
                      <a:r>
                        <a:rPr lang="ko-KR" altLang="en-US" sz="1100" dirty="0">
                          <a:latin typeface="+mn-lt"/>
                        </a:rPr>
                        <a:t>행정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명지대학교 행정학 학사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숭실대학교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경영학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석사과정 진행중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21668"/>
              </p:ext>
            </p:extLst>
          </p:nvPr>
        </p:nvGraphicFramePr>
        <p:xfrm>
          <a:off x="241011" y="2276872"/>
          <a:ext cx="876014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28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4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㈜</a:t>
                      </a:r>
                      <a:r>
                        <a:rPr lang="en-US" altLang="ko-KR" sz="1100" baseline="0" dirty="0">
                          <a:latin typeface="+mn-lt"/>
                        </a:rPr>
                        <a:t>ECCI</a:t>
                      </a:r>
                      <a:r>
                        <a:rPr lang="ko-KR" altLang="en-US" sz="1100" baseline="0" dirty="0">
                          <a:latin typeface="+mn-lt"/>
                        </a:rPr>
                        <a:t> 수석 컨설턴트</a:t>
                      </a:r>
                      <a:r>
                        <a:rPr lang="en-US" altLang="ko-KR" sz="1100" baseline="0" dirty="0">
                          <a:latin typeface="+mn-lt"/>
                        </a:rPr>
                        <a:t>,</a:t>
                      </a:r>
                      <a:r>
                        <a:rPr lang="ko-KR" altLang="en-US" sz="1100" baseline="0" dirty="0">
                          <a:latin typeface="+mn-lt"/>
                        </a:rPr>
                        <a:t> 채용 및 승진 평가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역량 진단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평판조회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코레일로지스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 인사팀장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전사 인사관리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인력계획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채용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승진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평가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보상 등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㈜</a:t>
                      </a:r>
                      <a:r>
                        <a:rPr lang="en-US" altLang="ko-KR" sz="1100" baseline="0" dirty="0">
                          <a:latin typeface="+mn-lt"/>
                        </a:rPr>
                        <a:t>ECCI</a:t>
                      </a:r>
                      <a:r>
                        <a:rPr lang="ko-KR" altLang="en-US" sz="1100" baseline="0" dirty="0">
                          <a:latin typeface="+mn-lt"/>
                        </a:rPr>
                        <a:t> 수석 컨설턴트</a:t>
                      </a:r>
                      <a:r>
                        <a:rPr lang="en-US" altLang="ko-KR" sz="1100" baseline="0" dirty="0">
                          <a:latin typeface="+mn-lt"/>
                        </a:rPr>
                        <a:t>,</a:t>
                      </a:r>
                      <a:r>
                        <a:rPr lang="ko-KR" altLang="en-US" sz="1100" baseline="0" dirty="0">
                          <a:latin typeface="+mn-lt"/>
                        </a:rPr>
                        <a:t> 채용 프로세스 설계 및 도구개발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역량 평가</a:t>
                      </a:r>
                      <a:r>
                        <a:rPr lang="en-US" altLang="ko-KR" sz="1100" baseline="0" dirty="0">
                          <a:latin typeface="+mn-lt"/>
                        </a:rPr>
                        <a:t>(2012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3</a:t>
                      </a:r>
                      <a:r>
                        <a:rPr lang="ko-KR" altLang="en-US" sz="1100" baseline="0" dirty="0">
                          <a:latin typeface="+mn-lt"/>
                        </a:rPr>
                        <a:t>월</a:t>
                      </a:r>
                      <a:r>
                        <a:rPr lang="en-US" altLang="ko-KR" sz="1100" baseline="0" dirty="0">
                          <a:latin typeface="+mn-lt"/>
                        </a:rPr>
                        <a:t>~2019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1</a:t>
                      </a:r>
                      <a:r>
                        <a:rPr lang="ko-KR" altLang="en-US" sz="1100" baseline="0" dirty="0">
                          <a:latin typeface="+mn-lt"/>
                        </a:rPr>
                        <a:t>월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ko-KR" altLang="en-US" sz="1100" b="0" baseline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스탭스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㈜ 고용서비스사업부 취업지원팀장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(2010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월 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~2011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9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㈜</a:t>
                      </a:r>
                      <a:r>
                        <a:rPr lang="ko-KR" altLang="en-US" sz="1100" b="0" baseline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제니엘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baseline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잡스카이컨설팅센터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baseline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선임컨설턴트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(2009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~2010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100" b="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㈜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스카우트 컨설팅사업본부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전임컨설턴트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~2009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324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49263" lvl="0" indent="-449263" latinLnBrk="1">
                        <a:lnSpc>
                          <a:spcPct val="10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국민건강보험공단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IBK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기업은행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 err="1">
                          <a:solidFill>
                            <a:srgbClr val="000000"/>
                          </a:solidFill>
                          <a:latin typeface="함초롬바탕"/>
                        </a:rPr>
                        <a:t>일제강제동원피해자지원재단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한국전력공사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한국도로공사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한국지식재산보호원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한전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KPS, </a:t>
                      </a:r>
                      <a:r>
                        <a:rPr lang="ko-KR" altLang="en-US" sz="1100" b="0" kern="0" spc="0" dirty="0" err="1">
                          <a:solidFill>
                            <a:srgbClr val="000000"/>
                          </a:solidFill>
                          <a:latin typeface="함초롬바탕"/>
                        </a:rPr>
                        <a:t>한국전력국제원자력대학원대학교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 err="1">
                          <a:solidFill>
                            <a:srgbClr val="000000"/>
                          </a:solidFill>
                          <a:latin typeface="함초롬바탕"/>
                        </a:rPr>
                        <a:t>한국청년기업가정신재단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해외건설협회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등 다수</a:t>
                      </a:r>
                      <a:endParaRPr lang="en-US" altLang="ko-KR" sz="1100" b="0" kern="0" spc="0" dirty="0">
                        <a:solidFill>
                          <a:srgbClr val="000000"/>
                        </a:solidFill>
                        <a:latin typeface="함초롬바탕"/>
                      </a:endParaRPr>
                    </a:p>
                    <a:p>
                      <a:pPr marL="449263" marR="0" lvl="0" indent="-4492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3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49263" marR="0" lvl="0" indent="-449263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한국자산관리공사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한국무역보험공사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KOTRA(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대한무역투자진흥공사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), , LH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한국토지주택공사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국민건강보험공단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건강보험심사평가원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한국과학창의재단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한국교통안전공단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한국남동발전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한국산업인력공단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한국수자원공사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 </a:t>
                      </a:r>
                      <a:r>
                        <a:rPr lang="ko-KR" altLang="en-US" sz="1100" b="0" kern="0" spc="0" dirty="0" err="1">
                          <a:solidFill>
                            <a:srgbClr val="000000"/>
                          </a:solidFill>
                          <a:latin typeface="함초롬바탕"/>
                        </a:rPr>
                        <a:t>한국승강기안전공단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한국에너지공단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한국에너지공과대학교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한국지역난방공사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용인도시공사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울산항만공사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부산항만공사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국가철도공단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 err="1">
                          <a:solidFill>
                            <a:srgbClr val="000000"/>
                          </a:solidFill>
                          <a:latin typeface="함초롬바탕"/>
                        </a:rPr>
                        <a:t>코레일테크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강원랜드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경기대학교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latin typeface="함초롬바탕"/>
                        </a:rPr>
                        <a:t>등 다수</a:t>
                      </a:r>
                      <a:endParaRPr lang="en-US" altLang="ko-KR" sz="1100" b="0" kern="0" spc="0" dirty="0">
                        <a:solidFill>
                          <a:srgbClr val="000000"/>
                        </a:solidFill>
                        <a:latin typeface="함초롬바탕"/>
                      </a:endParaRPr>
                    </a:p>
                    <a:p>
                      <a:pPr marL="449263" marR="0" lvl="0" indent="-4492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3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49263" marR="0" lvl="0" indent="-449263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[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]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공공기관 인사팀 채용 실무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채용 사전 및 사후 절차 심사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인사위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공공기관 및 지방공기업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NCS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기반 블라인드 채용 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직무분석 및 채용 프로세스 설계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평가도구 개발 등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), NCS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기반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CDP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및 교육훈련체계 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면접관 교육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교육청 승진후보자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DC FT,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기업 갈등 관리 및 가치 내재화 교육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296802"/>
              </p:ext>
            </p:extLst>
          </p:nvPr>
        </p:nvGraphicFramePr>
        <p:xfrm>
          <a:off x="248578" y="5589240"/>
          <a:ext cx="87525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 이수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한국표준협회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사람인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한국전문면접평가인증원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엑스퍼트컨설팅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AC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역량평가 전문가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AC, DC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설계과정 이수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어세스타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NCS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훈련과정 편성 및 운영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평가역량 강화 교육 이수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한국기술교육대학교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 정교사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교육인적자원부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버크만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dirty="0"/>
                        <a:t>Signature Debriefer(</a:t>
                      </a:r>
                      <a:r>
                        <a:rPr lang="ko-KR" altLang="en-US" sz="1100" dirty="0" err="1"/>
                        <a:t>버크만코리아</a:t>
                      </a:r>
                      <a:r>
                        <a:rPr lang="en-US" altLang="ko-KR" sz="1100" dirty="0"/>
                        <a:t>),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심리상담사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한국심성교육개발원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정보처리기사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한국산업인력공단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ISO9001:2008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심사보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한국경영인증원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 descr="인간의 얼굴, 사람, 헤드샷, 입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1E16D1-0E63-10F0-4E74-FA2BFFC1EC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25"/>
          <a:stretch>
            <a:fillRect/>
          </a:stretch>
        </p:blipFill>
        <p:spPr>
          <a:xfrm>
            <a:off x="240626" y="735789"/>
            <a:ext cx="1284178" cy="14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420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함초롬바탕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115</cp:revision>
  <dcterms:created xsi:type="dcterms:W3CDTF">2014-08-26T23:33:08Z</dcterms:created>
  <dcterms:modified xsi:type="dcterms:W3CDTF">2026-01-14T04:19:01Z</dcterms:modified>
  <cp:version/>
</cp:coreProperties>
</file>