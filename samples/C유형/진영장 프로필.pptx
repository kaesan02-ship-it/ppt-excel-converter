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2" r:id="rId1"/>
  </p:sldMasterIdLst>
  <p:notesMasterIdLst>
    <p:notesMasterId r:id="rId3"/>
  </p:notesMasterIdLst>
  <p:sldIdLst>
    <p:sldId id="258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7" autoAdjust="0"/>
    <p:restoredTop sz="94660"/>
  </p:normalViewPr>
  <p:slideViewPr>
    <p:cSldViewPr>
      <p:cViewPr varScale="1">
        <p:scale>
          <a:sx n="106" d="100"/>
          <a:sy n="106" d="100"/>
        </p:scale>
        <p:origin x="1216" y="7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5D1CAD-79E2-443A-890F-9D867EA80623}" type="datetime1">
              <a:rPr lang="ko-KR" altLang="en-US"/>
              <a:pPr lvl="0">
                <a:defRPr/>
              </a:pPr>
              <a:t>2025-11-28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42C56747-5DF3-49CF-A9E3-67898158F7E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42C56747-5DF3-49CF-A9E3-67898158F7EB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2025-11-28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2025-11-28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2025-11-28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2025-11-28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2025-11-28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2025-11-28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2EA09-EA89-4E79-8D3C-316B79FCE3DD}" type="datetimeFigureOut">
              <a:rPr lang="ko-KR" altLang="en-US" smtClean="0"/>
              <a:pPr/>
              <a:t>2025-11-28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938406"/>
              </p:ext>
            </p:extLst>
          </p:nvPr>
        </p:nvGraphicFramePr>
        <p:xfrm>
          <a:off x="220132" y="404664"/>
          <a:ext cx="8781023" cy="1944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3385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/>
                        <a:buChar char="Ø"/>
                        <a:defRPr/>
                      </a:pPr>
                      <a:r>
                        <a:rPr lang="ko-KR" altLang="en-US" sz="1600" dirty="0" err="1"/>
                        <a:t>기본인적사항</a:t>
                      </a:r>
                      <a:endParaRPr lang="ko-KR" altLang="en-US" sz="1600" dirty="0"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345">
                <a:tc rowSpan="4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>
                          <a:latin typeface="+mj-ea"/>
                          <a:ea typeface="+mj-ea"/>
                        </a:rPr>
                        <a:t>이         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b="1" dirty="0"/>
                        <a:t>진 영 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/>
                        <a:t>1972.02.08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345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>
                          <a:latin typeface="+mj-ea"/>
                          <a:ea typeface="+mj-ea"/>
                        </a:rPr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ko-KR" altLang="en-US" sz="1100" baseline="0" dirty="0" err="1">
                          <a:latin typeface="+mn-lt"/>
                        </a:rPr>
                        <a:t>인스파이어</a:t>
                      </a:r>
                      <a:r>
                        <a:rPr lang="ko-KR" altLang="en-US" sz="1100" baseline="0" dirty="0">
                          <a:latin typeface="+mn-lt"/>
                        </a:rPr>
                        <a:t> </a:t>
                      </a:r>
                      <a:r>
                        <a:rPr lang="en-US" altLang="ko-KR" sz="1100" baseline="0" dirty="0">
                          <a:latin typeface="+mn-lt"/>
                        </a:rPr>
                        <a:t>HR </a:t>
                      </a:r>
                      <a:r>
                        <a:rPr lang="ko-KR" altLang="en-US" sz="1100" baseline="0" dirty="0">
                          <a:latin typeface="+mn-lt"/>
                        </a:rPr>
                        <a:t>컨설팅 </a:t>
                      </a:r>
                      <a:r>
                        <a:rPr lang="ko-KR" altLang="en-US" sz="1100" baseline="0" dirty="0"/>
                        <a:t>대표</a:t>
                      </a:r>
                      <a:r>
                        <a:rPr lang="en-US" altLang="ko-KR" sz="1100" baseline="0" dirty="0">
                          <a:latin typeface="+mn-lt"/>
                        </a:rPr>
                        <a:t>,      010-5669-9331,      guerilla72@naver.com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798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>
                          <a:latin typeface="+mj-ea"/>
                          <a:ea typeface="+mj-ea"/>
                        </a:rPr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+mn-lt"/>
                        </a:rPr>
                        <a:t>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인재선발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서류평가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면접평가 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사무행정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, HR,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금융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인사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영업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채용 등 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NCS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직업기초능력 문항개발 및 검수위원 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수리능력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자원관리능력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문제해결능력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의사소통능력 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345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>
                          <a:latin typeface="+mj-ea"/>
                          <a:ea typeface="+mj-ea"/>
                        </a:rPr>
                        <a:t>학          력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ko-KR" altLang="en-US" sz="1100" dirty="0"/>
                        <a:t>중앙대학교 정치외교학과 학사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15974"/>
              </p:ext>
            </p:extLst>
          </p:nvPr>
        </p:nvGraphicFramePr>
        <p:xfrm>
          <a:off x="241011" y="2297266"/>
          <a:ext cx="8760145" cy="35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0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9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220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600" dirty="0"/>
                        <a:t>경력사항 및 수행실적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817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/>
                        <a:buChar char="•"/>
                        <a:defRPr/>
                      </a:pPr>
                      <a:r>
                        <a:rPr lang="ko-KR" altLang="en-US" sz="1100" dirty="0"/>
                        <a:t>現다미</a:t>
                      </a:r>
                      <a:r>
                        <a:rPr lang="en-US" altLang="ko-KR" sz="1100" dirty="0"/>
                        <a:t>HR</a:t>
                      </a:r>
                      <a:r>
                        <a:rPr lang="ko-KR" altLang="en-US" sz="1100" dirty="0"/>
                        <a:t>컨설팅 대표 </a:t>
                      </a:r>
                      <a:r>
                        <a:rPr lang="en-US" altLang="ko-KR" sz="1100" dirty="0"/>
                        <a:t>_ </a:t>
                      </a:r>
                      <a:r>
                        <a:rPr lang="ko-KR" altLang="en-US" sz="1100" dirty="0"/>
                        <a:t>경영컨설팅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기업컨설팅</a:t>
                      </a:r>
                      <a:r>
                        <a:rPr lang="en-US" altLang="ko-KR" sz="1100" dirty="0"/>
                        <a:t>(2022,01~</a:t>
                      </a:r>
                      <a:r>
                        <a:rPr lang="ko-KR" altLang="en-US" sz="1100" dirty="0"/>
                        <a:t>현재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1100" dirty="0"/>
                        <a:t>前 하나로 컨설팅</a:t>
                      </a:r>
                      <a:r>
                        <a:rPr lang="en-US" altLang="ko-KR" sz="1100" baseline="0" dirty="0"/>
                        <a:t> </a:t>
                      </a:r>
                      <a:r>
                        <a:rPr lang="ko-KR" altLang="en-US" sz="1100" dirty="0" err="1"/>
                        <a:t>인력아웃소싱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_ HR</a:t>
                      </a:r>
                      <a:r>
                        <a:rPr lang="ko-KR" altLang="en-US" sz="1100" dirty="0"/>
                        <a:t>파견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영업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인사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채용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선발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교육</a:t>
                      </a:r>
                      <a:r>
                        <a:rPr lang="en-US" altLang="ko-KR" sz="1100" dirty="0"/>
                        <a:t>,</a:t>
                      </a:r>
                      <a:r>
                        <a:rPr lang="ko-KR" altLang="en-US" sz="1100" dirty="0"/>
                        <a:t>조직관리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총괄이사</a:t>
                      </a:r>
                      <a:r>
                        <a:rPr lang="en-US" altLang="ko-KR" sz="1100" dirty="0"/>
                        <a:t>(2020.11.25~2021,12.31)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1100" dirty="0"/>
                        <a:t>前 삼성화재 인사팀장 </a:t>
                      </a: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교육팀장</a:t>
                      </a:r>
                      <a:r>
                        <a:rPr lang="en-US" altLang="ko-KR" sz="1100" dirty="0"/>
                        <a:t>_</a:t>
                      </a:r>
                      <a:r>
                        <a:rPr lang="en-US" altLang="ko-KR" sz="1100" baseline="0" dirty="0"/>
                        <a:t> </a:t>
                      </a:r>
                      <a:r>
                        <a:rPr lang="ko-KR" altLang="en-US" sz="1100" baseline="0" dirty="0"/>
                        <a:t>인사</a:t>
                      </a:r>
                      <a:r>
                        <a:rPr lang="en-US" altLang="ko-KR" sz="1100" baseline="0" dirty="0"/>
                        <a:t>, </a:t>
                      </a:r>
                      <a:r>
                        <a:rPr lang="ko-KR" altLang="en-US" sz="1100" baseline="0" dirty="0"/>
                        <a:t>채용</a:t>
                      </a:r>
                      <a:r>
                        <a:rPr lang="en-US" altLang="ko-KR" sz="1100" baseline="0" dirty="0"/>
                        <a:t>_</a:t>
                      </a:r>
                      <a:r>
                        <a:rPr lang="ko-KR" altLang="en-US" sz="1100" baseline="0" dirty="0"/>
                        <a:t>심사관리</a:t>
                      </a:r>
                      <a:r>
                        <a:rPr lang="en-US" altLang="ko-KR" sz="1100" baseline="0" dirty="0"/>
                        <a:t>, </a:t>
                      </a:r>
                      <a:r>
                        <a:rPr lang="ko-KR" altLang="en-US" sz="1100" baseline="0" dirty="0"/>
                        <a:t>교육</a:t>
                      </a:r>
                      <a:r>
                        <a:rPr lang="en-US" altLang="ko-KR" sz="1100" baseline="0" dirty="0"/>
                        <a:t>_</a:t>
                      </a:r>
                      <a:r>
                        <a:rPr lang="en-US" altLang="ko-KR" sz="1100" dirty="0"/>
                        <a:t>2015.08.31~2019.11,30)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1100" dirty="0"/>
                        <a:t>前 ㈜코 </a:t>
                      </a:r>
                      <a:r>
                        <a:rPr lang="ko-KR" altLang="en-US" sz="1100" dirty="0" err="1"/>
                        <a:t>텍</a:t>
                      </a:r>
                      <a:r>
                        <a:rPr lang="ko-KR" altLang="en-US" sz="1100" dirty="0"/>
                        <a:t> 경영지원팀 팀장</a:t>
                      </a:r>
                      <a:r>
                        <a:rPr lang="en-US" altLang="ko-KR" sz="1100" dirty="0"/>
                        <a:t>_</a:t>
                      </a:r>
                      <a:r>
                        <a:rPr lang="ko-KR" altLang="en-US" sz="1100" dirty="0"/>
                        <a:t>인사</a:t>
                      </a:r>
                      <a:r>
                        <a:rPr lang="en-US" altLang="ko-KR" sz="1100" dirty="0"/>
                        <a:t>,</a:t>
                      </a:r>
                      <a:r>
                        <a:rPr lang="ko-KR" altLang="en-US" sz="1100" dirty="0"/>
                        <a:t>회계</a:t>
                      </a:r>
                      <a:r>
                        <a:rPr lang="en-US" altLang="ko-KR" sz="1100" dirty="0"/>
                        <a:t>,</a:t>
                      </a:r>
                      <a:r>
                        <a:rPr lang="ko-KR" altLang="en-US" sz="1100" dirty="0"/>
                        <a:t>총무</a:t>
                      </a:r>
                      <a:r>
                        <a:rPr lang="en-US" altLang="ko-KR" sz="1100" dirty="0"/>
                        <a:t>_  2 11.04.30~2015.07.31)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1100" dirty="0"/>
                        <a:t>前 제원회계법인 경영컨설팅본부 본부장 </a:t>
                      </a:r>
                      <a:r>
                        <a:rPr lang="en-US" altLang="ko-KR" sz="1100" dirty="0"/>
                        <a:t>_ </a:t>
                      </a:r>
                      <a:r>
                        <a:rPr lang="ko-KR" altLang="en-US" sz="1100" dirty="0"/>
                        <a:t>회계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인사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영업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채용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조직관리</a:t>
                      </a:r>
                      <a:r>
                        <a:rPr lang="en-US" altLang="ko-KR" sz="1100" dirty="0"/>
                        <a:t>( 1999. 03.14~2010.11.15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760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면접관련</a:t>
                      </a:r>
                    </a:p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수행 실적</a:t>
                      </a:r>
                      <a:endParaRPr lang="en-US" altLang="ko-KR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100" b="1" dirty="0"/>
                        <a:t>{</a:t>
                      </a:r>
                      <a:r>
                        <a:rPr lang="ko-KR" altLang="en-US" sz="1100" b="1" dirty="0"/>
                        <a:t>면접</a:t>
                      </a:r>
                      <a:r>
                        <a:rPr lang="en-US" altLang="ko-KR" sz="1100" b="1" dirty="0"/>
                        <a:t>}</a:t>
                      </a:r>
                    </a:p>
                    <a:p>
                      <a:pPr latinLnBrk="1">
                        <a:defRPr/>
                      </a:pPr>
                      <a:r>
                        <a:rPr lang="ko-KR" altLang="en-US" sz="1100" dirty="0"/>
                        <a:t>금융감독원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예술의전당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국가철도공단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하나은행</a:t>
                      </a:r>
                      <a:r>
                        <a:rPr lang="en-US" altLang="ko-KR" sz="1100" dirty="0"/>
                        <a:t>, KDB</a:t>
                      </a:r>
                      <a:r>
                        <a:rPr lang="ko-KR" altLang="en-US" sz="1100" dirty="0"/>
                        <a:t>산업은행</a:t>
                      </a:r>
                      <a:r>
                        <a:rPr lang="en-US" altLang="ko-KR" sz="1100" dirty="0"/>
                        <a:t>,</a:t>
                      </a:r>
                      <a:r>
                        <a:rPr lang="ko-KR" altLang="en-US" sz="1100" dirty="0"/>
                        <a:t> </a:t>
                      </a:r>
                      <a:r>
                        <a:rPr lang="ko-KR" altLang="en-US" sz="1100" dirty="0" err="1"/>
                        <a:t>우리금융캐피탈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 err="1"/>
                        <a:t>한국예탁결재원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수협중앙회</a:t>
                      </a:r>
                      <a:r>
                        <a:rPr lang="en-US" altLang="ko-KR" sz="1100" dirty="0"/>
                        <a:t>, </a:t>
                      </a:r>
                    </a:p>
                    <a:p>
                      <a:pPr latinLnBrk="1">
                        <a:defRPr/>
                      </a:pPr>
                      <a:r>
                        <a:rPr lang="ko-KR" altLang="en-US" sz="1100" dirty="0"/>
                        <a:t>부산교통공사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예금보험공사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한국수자원공사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한국수력원자력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한전원자력연료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한전 </a:t>
                      </a:r>
                      <a:r>
                        <a:rPr lang="en-US" altLang="ko-KR" sz="1100" dirty="0"/>
                        <a:t>KPS, </a:t>
                      </a:r>
                      <a:r>
                        <a:rPr lang="ko-KR" altLang="en-US" sz="1100" dirty="0"/>
                        <a:t>한전 </a:t>
                      </a:r>
                      <a:r>
                        <a:rPr lang="en-US" altLang="ko-KR" sz="1100" dirty="0"/>
                        <a:t>KDN, </a:t>
                      </a:r>
                      <a:r>
                        <a:rPr lang="ko-KR" altLang="en-US" sz="1100" dirty="0"/>
                        <a:t>금융결제원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서민금융진흥원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baseline="0" dirty="0"/>
                        <a:t>서울디자인재단</a:t>
                      </a:r>
                      <a:r>
                        <a:rPr lang="en-US" altLang="ko-KR" sz="1100" baseline="0" dirty="0"/>
                        <a:t>,</a:t>
                      </a:r>
                      <a:r>
                        <a:rPr lang="ko-KR" altLang="en-US" sz="1100" baseline="0" dirty="0"/>
                        <a:t>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서울신용보증재단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서울산업진흥원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국립항공박물관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무역보험공사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latinLnBrk="1"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국가철도공단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한국소방산업기술원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한국산업안전보건공단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중소벤처기업진흥공단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서울시설관리공단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latinLnBrk="1"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서울교통공사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대구시설관리공단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한국투자공사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한국방송광고진흥공사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dirty="0"/>
                        <a:t>외 다수</a:t>
                      </a:r>
                      <a:endParaRPr kumimoji="0" lang="ko-KR" altLang="en-US" sz="11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100" b="1" dirty="0"/>
                        <a:t>{</a:t>
                      </a:r>
                      <a:r>
                        <a:rPr lang="ko-KR" altLang="en-US" sz="1100" b="1" dirty="0"/>
                        <a:t>서류평가</a:t>
                      </a:r>
                      <a:r>
                        <a:rPr lang="en-US" altLang="ko-KR" sz="1100" b="1" dirty="0"/>
                        <a:t>)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IBK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기업은행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KB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국민은행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기술보증기금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한국동서발전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한국남부발전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한국산업기술평가관리원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한국연구재단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서울신용보증재단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한국환경공단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서민금융진흥원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한국중부발전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코레일테크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서울산업진흥원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한국무역보험공사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중소벤처기업진흥공단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한국산업기술진흥원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한국수력원자력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한국환경산업기술원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건강보험심사평가원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latinLnBrk="1"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한국건강보험공단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인천항만공사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한국교육학술정보원 외 다수</a:t>
                      </a:r>
                      <a:endParaRPr lang="ko-KR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085197"/>
              </p:ext>
            </p:extLst>
          </p:nvPr>
        </p:nvGraphicFramePr>
        <p:xfrm>
          <a:off x="214282" y="5805263"/>
          <a:ext cx="8751074" cy="1063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9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398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600" dirty="0"/>
                        <a:t>기타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자격</a:t>
                      </a:r>
                      <a:r>
                        <a:rPr lang="ko-KR" altLang="en-US" sz="1600" baseline="0" dirty="0"/>
                        <a:t> 및 이수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저서 등</a:t>
                      </a:r>
                      <a:r>
                        <a:rPr lang="en-US" altLang="ko-KR" sz="1600" baseline="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833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자격 및 이수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/>
                        <a:buChar char="•"/>
                        <a:defRPr/>
                      </a:pPr>
                      <a:r>
                        <a:rPr lang="ko-KR" altLang="en-US" sz="1100" dirty="0"/>
                        <a:t>전문면접관 </a:t>
                      </a:r>
                      <a:r>
                        <a:rPr lang="ko-KR" altLang="en-US" sz="1100"/>
                        <a:t>교육과정 수료</a:t>
                      </a:r>
                      <a:endParaRPr lang="ko-KR" altLang="en-US" sz="1100" dirty="0"/>
                    </a:p>
                    <a:p>
                      <a:pPr marL="285750" indent="-285750" latinLnBrk="1">
                        <a:buFont typeface="Arial"/>
                        <a:buChar char="•"/>
                        <a:defRPr/>
                      </a:pPr>
                      <a:r>
                        <a:rPr lang="ko-KR" altLang="en-US" sz="1100" dirty="0"/>
                        <a:t>인사담당자 </a:t>
                      </a:r>
                      <a:r>
                        <a:rPr lang="ko-KR" altLang="en-US" sz="1100" dirty="0" err="1"/>
                        <a:t>면접관교육과정</a:t>
                      </a:r>
                      <a:r>
                        <a:rPr lang="ko-KR" altLang="en-US" sz="1100" dirty="0"/>
                        <a:t> 수료</a:t>
                      </a:r>
                    </a:p>
                    <a:p>
                      <a:pPr marL="285750" indent="-285750" latinLnBrk="1">
                        <a:buFont typeface="Arial"/>
                        <a:buChar char="•"/>
                        <a:defRPr/>
                      </a:pPr>
                      <a:r>
                        <a:rPr lang="en-US" altLang="ko-KR" sz="1100" dirty="0"/>
                        <a:t>ISO 9001 /14001 </a:t>
                      </a:r>
                      <a:r>
                        <a:rPr lang="ko-KR" altLang="en-US" sz="1100" dirty="0"/>
                        <a:t>책임심사원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14800" y="31623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241011" y="99455"/>
            <a:ext cx="2123728" cy="305209"/>
          </a:xfrm>
        </p:spPr>
        <p:txBody>
          <a:bodyPr>
            <a:normAutofit fontScale="90000"/>
          </a:bodyPr>
          <a:lstStyle/>
          <a:p>
            <a:pPr algn="l">
              <a:tabLst>
                <a:tab pos="533400" algn="l"/>
                <a:tab pos="625475" algn="l"/>
              </a:tabLst>
              <a:defRPr/>
            </a:pPr>
            <a:r>
              <a:rPr lang="ko-KR" altLang="en-US" sz="1800" b="1" dirty="0">
                <a:solidFill>
                  <a:schemeClr val="accent1">
                    <a:lumMod val="50000"/>
                  </a:schemeClr>
                </a:solidFill>
              </a:rPr>
              <a:t>면접관</a:t>
            </a:r>
            <a:r>
              <a:rPr lang="en-US" altLang="ko-KR" sz="1800" b="1" dirty="0">
                <a:solidFill>
                  <a:schemeClr val="accent1">
                    <a:lumMod val="50000"/>
                  </a:schemeClr>
                </a:solidFill>
              </a:rPr>
              <a:t> Profile </a:t>
            </a:r>
            <a:endParaRPr lang="ko-KR" altLang="en-US" sz="1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1520" y="741214"/>
            <a:ext cx="1296144" cy="15560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306</Words>
  <Application>Microsoft Office PowerPoint</Application>
  <PresentationFormat>화면 슬라이드 쇼(4:3)</PresentationFormat>
  <Paragraphs>36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면접관 Profile 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작성법</dc:title>
  <dc:creator>LG</dc:creator>
  <cp:lastModifiedBy>권미경</cp:lastModifiedBy>
  <cp:revision>54</cp:revision>
  <dcterms:created xsi:type="dcterms:W3CDTF">2020-11-22T09:49:43Z</dcterms:created>
  <dcterms:modified xsi:type="dcterms:W3CDTF">2025-11-28T03:41:05Z</dcterms:modified>
  <cp:version/>
</cp:coreProperties>
</file>