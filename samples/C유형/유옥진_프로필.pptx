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9144000" cy="6858000" type="screen4x3"/>
  <p:notesSz cx="6792913" cy="99250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G" initials="L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380" y="4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32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825F35B2-2A92-4A63-B637-C7F8227E17C5}" type="datetime1">
              <a:rPr lang="ko-KR" altLang="en-US" smtClean="0"/>
              <a:pPr lvl="0"/>
              <a:t>2026-01-10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3638" y="1241425"/>
            <a:ext cx="4465637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4013" cy="3908425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00" y="9428163"/>
            <a:ext cx="29432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9E2EC4B-88B6-4DD0-90F4-09501FEE91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6747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56747-5DF3-49CF-A9E3-67898158F7E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243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691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88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319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94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79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93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884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6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520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228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FA2E3-1A32-4DF4-988B-F0AB09D1133F}" type="datetimeFigureOut">
              <a:rPr lang="ko-KR" altLang="en-US" smtClean="0"/>
              <a:pPr/>
              <a:t>2026-01-10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CE5BF9-F285-49E7-8DC0-A6B2EE32524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644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473762"/>
              </p:ext>
            </p:extLst>
          </p:nvPr>
        </p:nvGraphicFramePr>
        <p:xfrm>
          <a:off x="220132" y="404664"/>
          <a:ext cx="8781023" cy="185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8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9599">
                <a:tc gridSpan="5">
                  <a:txBody>
                    <a:bodyPr/>
                    <a:lstStyle/>
                    <a:p>
                      <a:pPr marL="285750" indent="-285750" latinLnBrk="1">
                        <a:buFont typeface="Wingdings" pitchFamily="2" charset="2"/>
                        <a:buChar char="Ø"/>
                      </a:pPr>
                      <a:r>
                        <a:rPr lang="ko-KR" altLang="en-US" sz="16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기본 인적사항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180"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사 진</a:t>
                      </a:r>
                      <a:endParaRPr lang="en-US" altLang="ko-KR" sz="1100" dirty="0"/>
                    </a:p>
                    <a:p>
                      <a:pPr algn="ctr" latinLnBrk="1"/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       </a:t>
                      </a:r>
                      <a:r>
                        <a:rPr lang="ko-KR" altLang="en-US" sz="12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름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+mj-ea"/>
                          <a:ea typeface="+mj-ea"/>
                        </a:rPr>
                        <a:t>유옥진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j-ea"/>
                          <a:ea typeface="+mj-ea"/>
                        </a:rPr>
                        <a:t>생 년 월 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1970</a:t>
                      </a:r>
                      <a:r>
                        <a:rPr lang="ko-KR" altLang="en-US" sz="11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년 </a:t>
                      </a:r>
                      <a:r>
                        <a:rPr lang="en-US" altLang="ko-KR" sz="11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5</a:t>
                      </a:r>
                      <a:r>
                        <a:rPr lang="ko-KR" altLang="en-US" sz="11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월 </a:t>
                      </a:r>
                      <a:r>
                        <a:rPr lang="en-US" altLang="ko-KR" sz="11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r>
                        <a:rPr lang="ko-KR" altLang="en-US" sz="11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소속 및 연락처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>
                          <a:latin typeface="+mj-ea"/>
                          <a:ea typeface="+mj-ea"/>
                        </a:rPr>
                        <a:t>알려眞 대표</a:t>
                      </a:r>
                      <a:r>
                        <a:rPr lang="en-US" altLang="ko-KR" sz="1100" baseline="0" dirty="0">
                          <a:latin typeface="+mj-ea"/>
                          <a:ea typeface="+mj-ea"/>
                        </a:rPr>
                        <a:t>,</a:t>
                      </a:r>
                      <a:r>
                        <a:rPr lang="ko-KR" altLang="en-US" sz="1100" baseline="0" dirty="0">
                          <a:latin typeface="+mj-ea"/>
                          <a:ea typeface="+mj-ea"/>
                        </a:rPr>
                        <a:t>        </a:t>
                      </a:r>
                      <a:r>
                        <a:rPr lang="en-US" altLang="ko-KR" sz="1100" baseline="0" dirty="0">
                          <a:latin typeface="+mj-ea"/>
                          <a:ea typeface="+mj-ea"/>
                        </a:rPr>
                        <a:t>010-8936-3199          yoo_okjin@naver.com</a:t>
                      </a:r>
                      <a:endParaRPr lang="ko-KR" altLang="en-US" sz="11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8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  문  분 야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인사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전략기획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경영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브랜드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마케팅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홍보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고객관리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56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학          </a:t>
                      </a:r>
                      <a:r>
                        <a:rPr lang="ko-KR" altLang="en-US" sz="1200" b="1" dirty="0" err="1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력</a:t>
                      </a:r>
                      <a:endParaRPr lang="ko-KR" altLang="en-US" sz="1200" b="1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중앙대학교 식생활학과 학사</a:t>
                      </a:r>
                      <a:r>
                        <a:rPr lang="en-US" altLang="ko-KR" sz="110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dirty="0">
                          <a:latin typeface="+mj-ea"/>
                          <a:ea typeface="+mj-ea"/>
                        </a:rPr>
                        <a:t>중앙대학교 대학원 신문방송 석사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256313"/>
              </p:ext>
            </p:extLst>
          </p:nvPr>
        </p:nvGraphicFramePr>
        <p:xfrm>
          <a:off x="241011" y="2276872"/>
          <a:ext cx="8760145" cy="3442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66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053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Ø"/>
                        <a:defRPr/>
                      </a:pPr>
                      <a:r>
                        <a:rPr lang="ko-KR" altLang="en-US" sz="1600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경력사항 및 주요실적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1240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주요이력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0" fontAlgn="auto" latinLnBrk="1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現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알려眞 대표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(2024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6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현재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前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래비쉬컴퍼니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경영지원팀 이사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(2021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 2024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0" lang="ko-KR" altLang="en-US" sz="1100" b="0" i="0" u="none" strike="noStrike" cap="none" normalizeH="0" baseline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前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서울대 전력연구소 원자력정책센터 콘텐츠기획팀장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(2018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 2020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0" lang="ko-KR" altLang="en-US" sz="1100" b="0" i="0" u="none" strike="noStrike" cap="none" normalizeH="0" baseline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前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㈜ 동부 브랜드팀 팀장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(2005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 2015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0" lang="ko-KR" altLang="en-US" sz="1100" b="0" i="0" u="none" strike="noStrike" cap="none" normalizeH="0" baseline="0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180975" marR="0" lvl="0" indent="-180975" algn="l" defTabSz="914400" rtl="0" eaLnBrk="0" fontAlgn="auto" latinLnBrk="1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前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그레이프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커뮤니케이션즈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전략팀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(2001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 2005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180975" marR="0" lvl="0" indent="-180975" algn="l" defTabSz="914400" rtl="0" eaLnBrk="0" latinLnBrk="1" hangingPunct="0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Char char="•"/>
                        <a:defRPr/>
                      </a:pPr>
                      <a:r>
                        <a:rPr kumimoji="0" lang="ko-KR" altLang="en-US" sz="1100" b="0" i="0" u="none" strike="noStrike" kern="1200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前</a:t>
                      </a:r>
                      <a:r>
                        <a:rPr kumimoji="0" lang="en-US" altLang="ko-KR" sz="1100" b="0" i="0" u="none" strike="noStrike" kern="1200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현대해상화재보험 경영지원본부 </a:t>
                      </a:r>
                      <a:r>
                        <a:rPr kumimoji="0" lang="ko-KR" altLang="en-US" sz="1100" b="0" i="0" u="none" strike="noStrike" cap="none" normalizeH="0" baseline="0" dirty="0" err="1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홍보팀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(1995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12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~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2000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8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월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6414">
                <a:tc>
                  <a:txBody>
                    <a:bodyPr/>
                    <a:lstStyle/>
                    <a:p>
                      <a:pPr lvl="0" algn="ctr" latinLnBrk="1">
                        <a:defRPr/>
                      </a:pPr>
                      <a:r>
                        <a:rPr lang="ko-KR" altLang="en-US" sz="1200" b="1" dirty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주요실적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j-ea"/>
                          <a:ea typeface="+mj-ea"/>
                        </a:rPr>
                        <a:t>[</a:t>
                      </a:r>
                      <a:r>
                        <a:rPr lang="ko-KR" altLang="en-US" sz="1100" b="1" dirty="0">
                          <a:latin typeface="+mj-ea"/>
                          <a:ea typeface="+mj-ea"/>
                        </a:rPr>
                        <a:t>서류</a:t>
                      </a:r>
                      <a:r>
                        <a:rPr lang="en-US" altLang="ko-KR" sz="1100" b="1" dirty="0">
                          <a:latin typeface="+mj-ea"/>
                          <a:ea typeface="+mj-ea"/>
                        </a:rPr>
                        <a:t>] </a:t>
                      </a:r>
                      <a:r>
                        <a:rPr lang="ko-KR" altLang="en-US" sz="1100" b="0" dirty="0" err="1">
                          <a:latin typeface="+mj-ea"/>
                          <a:ea typeface="+mj-ea"/>
                        </a:rPr>
                        <a:t>다산콜센터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한국장학재단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서민금융진흥원</a:t>
                      </a:r>
                      <a:endParaRPr lang="en-US" altLang="ko-KR" sz="1100" b="0" dirty="0"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en-US" altLang="ko-KR" sz="1100" b="1" dirty="0">
                          <a:latin typeface="+mj-ea"/>
                          <a:ea typeface="+mj-ea"/>
                        </a:rPr>
                        <a:t>[</a:t>
                      </a:r>
                      <a:r>
                        <a:rPr lang="ko-KR" altLang="en-US" sz="1100" b="1" dirty="0">
                          <a:latin typeface="+mj-ea"/>
                          <a:ea typeface="+mj-ea"/>
                        </a:rPr>
                        <a:t>면접</a:t>
                      </a:r>
                      <a:r>
                        <a:rPr lang="en-US" altLang="ko-KR" sz="1100" b="1" dirty="0">
                          <a:latin typeface="+mj-ea"/>
                          <a:ea typeface="+mj-ea"/>
                        </a:rPr>
                        <a:t>] 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한국에너지공단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한국안전보건공단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한국광고공사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 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한국소비자원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한국관광공사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경기도일자리재단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</a:t>
                      </a:r>
                    </a:p>
                    <a:p>
                      <a:pPr marL="0" marR="0" lvl="0" indent="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한국재정정보원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우체국물류지원단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강남구청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송파구청</a:t>
                      </a:r>
                      <a:r>
                        <a:rPr kumimoji="0" lang="en-US" altLang="ko-KR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1100" b="0" i="0" u="none" strike="noStrike" cap="none" normalizeH="0" baseline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서초구청 </a:t>
                      </a:r>
                      <a:endParaRPr kumimoji="0" lang="en-US" altLang="ko-KR" sz="1100" b="0" i="0" u="none" strike="noStrike" cap="none" normalizeH="0" baseline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114800" y="3162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ctrTitle"/>
          </p:nvPr>
        </p:nvSpPr>
        <p:spPr>
          <a:xfrm>
            <a:off x="107504" y="99455"/>
            <a:ext cx="4536504" cy="305209"/>
          </a:xfrm>
        </p:spPr>
        <p:txBody>
          <a:bodyPr>
            <a:normAutofit fontScale="90000"/>
          </a:bodyPr>
          <a:lstStyle/>
          <a:p>
            <a:pPr algn="l">
              <a:tabLst>
                <a:tab pos="533400" algn="l"/>
                <a:tab pos="625475" algn="l"/>
              </a:tabLst>
            </a:pPr>
            <a:r>
              <a:rPr lang="ko-KR" altLang="en-US" sz="1800" b="1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면접관</a:t>
            </a:r>
            <a:r>
              <a:rPr lang="en-US" altLang="ko-KR" sz="1800" b="1" dirty="0">
                <a:solidFill>
                  <a:schemeClr val="accent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Profile </a:t>
            </a:r>
            <a:endParaRPr lang="ko-KR" altLang="en-US" sz="1800" b="1" dirty="0">
              <a:solidFill>
                <a:schemeClr val="accent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10484BC-6DC9-4BCB-BD37-59B828552D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6752" r="-3030" b="14407"/>
          <a:stretch/>
        </p:blipFill>
        <p:spPr>
          <a:xfrm>
            <a:off x="241011" y="745360"/>
            <a:ext cx="1357215" cy="1516888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C86CE6B-B390-4C05-BE7E-7442B302C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284859"/>
              </p:ext>
            </p:extLst>
          </p:nvPr>
        </p:nvGraphicFramePr>
        <p:xfrm>
          <a:off x="248577" y="5719580"/>
          <a:ext cx="8752578" cy="1148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086">
                  <a:extLst>
                    <a:ext uri="{9D8B030D-6E8A-4147-A177-3AD203B41FA5}">
                      <a16:colId xmlns:a16="http://schemas.microsoft.com/office/drawing/2014/main" val="4019508330"/>
                    </a:ext>
                  </a:extLst>
                </a:gridCol>
                <a:gridCol w="7453492">
                  <a:extLst>
                    <a:ext uri="{9D8B030D-6E8A-4147-A177-3AD203B41FA5}">
                      <a16:colId xmlns:a16="http://schemas.microsoft.com/office/drawing/2014/main" val="1440172146"/>
                    </a:ext>
                  </a:extLst>
                </a:gridCol>
              </a:tblGrid>
              <a:tr h="178040">
                <a:tc gridSpan="2"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Ø"/>
                        <a:tabLst/>
                        <a:defRPr/>
                      </a:pPr>
                      <a:r>
                        <a:rPr lang="ko-KR" altLang="en-US" sz="1600" dirty="0"/>
                        <a:t>기타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자격</a:t>
                      </a:r>
                      <a:r>
                        <a:rPr lang="ko-KR" altLang="en-US" sz="1600" baseline="0" dirty="0"/>
                        <a:t> 및 이수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저서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논문 등</a:t>
                      </a:r>
                      <a:r>
                        <a:rPr lang="en-US" altLang="ko-KR" sz="1600" baseline="0" dirty="0"/>
                        <a:t>)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840223"/>
                  </a:ext>
                </a:extLst>
              </a:tr>
              <a:tr h="614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자격 및 이수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논문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채용면접전문가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급 교육과정수료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dirty="0" err="1">
                          <a:latin typeface="+mj-ea"/>
                          <a:ea typeface="+mj-ea"/>
                        </a:rPr>
                        <a:t>한국전문면접평가인증원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인사담당자 면접교육과정수료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한국표준협회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공정채용 인사담당자 </a:t>
                      </a:r>
                      <a:r>
                        <a:rPr lang="ko-KR" altLang="en-US" sz="1100" b="0" dirty="0" err="1">
                          <a:latin typeface="+mj-ea"/>
                          <a:ea typeface="+mj-ea"/>
                        </a:rPr>
                        <a:t>면접관교육과정</a:t>
                      </a:r>
                      <a:r>
                        <a:rPr lang="ko-KR" altLang="en-US" sz="1100" b="0" dirty="0">
                          <a:latin typeface="+mj-ea"/>
                          <a:ea typeface="+mj-ea"/>
                        </a:rPr>
                        <a:t> 수료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b="0" dirty="0" err="1">
                          <a:latin typeface="+mj-ea"/>
                          <a:ea typeface="+mj-ea"/>
                        </a:rPr>
                        <a:t>엑스퍼트컨설팅</a:t>
                      </a:r>
                      <a:r>
                        <a:rPr lang="en-US" altLang="ko-KR" sz="1100" b="0" dirty="0"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972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622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226</Words>
  <Application>Microsoft Office PowerPoint</Application>
  <PresentationFormat>화면 슬라이드 쇼(4:3)</PresentationFormat>
  <Paragraphs>35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나눔고딕</vt:lpstr>
      <vt:lpstr>맑은 고딕</vt:lpstr>
      <vt:lpstr>Arial</vt:lpstr>
      <vt:lpstr>Wingdings</vt:lpstr>
      <vt:lpstr>Office 테마</vt:lpstr>
      <vt:lpstr>면접관 Profile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Profile</dc:title>
  <dc:creator>이승철</dc:creator>
  <cp:lastModifiedBy>권미경</cp:lastModifiedBy>
  <cp:revision>130</cp:revision>
  <dcterms:created xsi:type="dcterms:W3CDTF">2014-08-26T23:33:08Z</dcterms:created>
  <dcterms:modified xsi:type="dcterms:W3CDTF">2026-01-10T03:09:08Z</dcterms:modified>
  <cp:version/>
</cp:coreProperties>
</file>