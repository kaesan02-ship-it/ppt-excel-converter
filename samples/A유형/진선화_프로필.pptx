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9144000" cy="6858000" type="screen4x3"/>
  <p:notesSz cx="6792913" cy="99250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G" initials="L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AB7F23-E08D-3E75-3008-1777F3375935}" v="74" dt="2025-09-11T09:01:16.089"/>
    <p1510:client id="{78108186-AE99-DAA7-ED45-385F2A813C1E}" v="159" dt="2025-09-11T11:07:48.0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1380" y="64"/>
      </p:cViewPr>
      <p:guideLst>
        <p:guide orient="horz" pos="215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825F35B2-2A92-4A63-B637-C7F8227E17C5}" type="datetime1">
              <a:rPr lang="ko-KR" altLang="en-US" smtClean="0"/>
              <a:pPr lvl="0"/>
              <a:t>2026-01-11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3638" y="1241425"/>
            <a:ext cx="4465637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4013" cy="3908425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810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9E2EC4B-88B6-4DD0-90F4-09501FEE915D}" type="slidenum">
              <a:rPr lang="ko-KR" altLang="en-US" smtClean="0"/>
              <a:pPr lvl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6747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C56747-5DF3-49CF-A9E3-67898158F7E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471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69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8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31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94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79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93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88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3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52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22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4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FA2E3-1A32-4DF4-988B-F0AB09D1133F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4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eonhwa.jin@npact.consultin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107689"/>
              </p:ext>
            </p:extLst>
          </p:nvPr>
        </p:nvGraphicFramePr>
        <p:xfrm>
          <a:off x="220132" y="404664"/>
          <a:ext cx="8781023" cy="1857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9599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 pitchFamily="2" charset="2"/>
                        <a:buChar char="Ø"/>
                      </a:pPr>
                      <a:r>
                        <a:rPr lang="ko-KR" altLang="en-US" sz="1600"/>
                        <a:t>기본 인적사항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180"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100"/>
                    </a:p>
                    <a:p>
                      <a:pPr algn="ctr" latinLnBrk="1"/>
                      <a:endParaRPr lang="en-US" altLang="ko-KR" sz="1100"/>
                    </a:p>
                    <a:p>
                      <a:pPr algn="ctr" latinLnBrk="1"/>
                      <a:endParaRPr lang="en-US" altLang="ko-KR" sz="1100"/>
                    </a:p>
                    <a:p>
                      <a:pPr algn="ctr" latinLnBrk="1"/>
                      <a:r>
                        <a:rPr lang="ko-KR" altLang="en-US" sz="1100"/>
                        <a:t>사 진</a:t>
                      </a:r>
                      <a:endParaRPr lang="en-US" altLang="ko-KR" sz="1100"/>
                    </a:p>
                    <a:p>
                      <a:pPr algn="ctr" latinLnBrk="1"/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latin typeface="+mj-ea"/>
                          <a:ea typeface="+mj-ea"/>
                        </a:rPr>
                        <a:t>이         </a:t>
                      </a:r>
                      <a:r>
                        <a:rPr lang="ko-KR" altLang="en-US" sz="1200" b="1" err="1">
                          <a:latin typeface="+mj-ea"/>
                          <a:ea typeface="+mj-ea"/>
                        </a:rPr>
                        <a:t>름</a:t>
                      </a:r>
                      <a:endParaRPr lang="ko-KR" altLang="en-US" sz="1200" b="1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진 선 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1972</a:t>
                      </a:r>
                      <a:r>
                        <a:rPr lang="ko-KR" altLang="en-US" sz="1100"/>
                        <a:t>년 </a:t>
                      </a:r>
                      <a:r>
                        <a:rPr lang="en-US" altLang="ko-KR" sz="1100" dirty="0"/>
                        <a:t>2</a:t>
                      </a:r>
                      <a:r>
                        <a:rPr lang="ko-KR" altLang="en-US" sz="1100"/>
                        <a:t>월 </a:t>
                      </a:r>
                      <a:r>
                        <a:rPr lang="en-US" altLang="ko-KR" sz="1100" dirty="0"/>
                        <a:t>8</a:t>
                      </a:r>
                      <a:r>
                        <a:rPr lang="ko-KR" altLang="en-US" sz="1100"/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latin typeface="+mj-ea"/>
                          <a:ea typeface="+mj-ea"/>
                        </a:rPr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100" baseline="0" dirty="0">
                          <a:latin typeface="+mn-lt"/>
                        </a:rPr>
                        <a:t>     </a:t>
                      </a:r>
                      <a:r>
                        <a:rPr lang="en-US" altLang="ko-KR" sz="1100" baseline="0" err="1">
                          <a:latin typeface="+mn-lt"/>
                        </a:rPr>
                        <a:t>Npact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en-US" altLang="ko-KR" sz="1100" baseline="0" err="1">
                          <a:latin typeface="+mn-lt"/>
                        </a:rPr>
                        <a:t>컨설팅</a:t>
                      </a:r>
                      <a:r>
                        <a:rPr lang="en-US" altLang="ko-KR" sz="1100" baseline="0">
                          <a:latin typeface="+mn-lt"/>
                        </a:rPr>
                        <a:t> 대표             010-2416-9094            </a:t>
                      </a:r>
                      <a:r>
                        <a:rPr lang="en-US" altLang="ko-KR" sz="1100" baseline="0">
                          <a:latin typeface="+mn-lt"/>
                          <a:hlinkClick r:id="rId3"/>
                        </a:rPr>
                        <a:t>seonhwa.jin@npact.consulting</a:t>
                      </a:r>
                      <a:r>
                        <a:rPr lang="en-US" altLang="ko-KR" sz="1100" baseline="0">
                          <a:latin typeface="+mn-lt"/>
                        </a:rPr>
                        <a:t>  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6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latin typeface="+mj-ea"/>
                          <a:ea typeface="+mj-ea"/>
                        </a:rPr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HR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채용면접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인사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경영일반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공공일반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기술지원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고객지원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latin typeface="+mj-ea"/>
                          <a:ea typeface="+mj-ea"/>
                        </a:rPr>
                        <a:t>학          력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카톨릭대학교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사회학학사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  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고려대학교 경영대학원 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MBA(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경영학 석사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03302"/>
              </p:ext>
            </p:extLst>
          </p:nvPr>
        </p:nvGraphicFramePr>
        <p:xfrm>
          <a:off x="241011" y="2276872"/>
          <a:ext cx="8760145" cy="3012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595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600"/>
                        <a:t>경력사항 및 주요실적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6960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marR="0" lvl="0" indent="-180975" algn="l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現) </a:t>
                      </a:r>
                      <a:r>
                        <a:rPr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Npact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컨설팅 대표</a:t>
                      </a:r>
                      <a:r>
                        <a:rPr lang="en-US" altLang="ko-KR" sz="1100" baseline="0" dirty="0">
                          <a:latin typeface="+mn-lt"/>
                        </a:rPr>
                        <a:t> 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2025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9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애플코리아 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Quality Program Manager (2015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~ 2017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한국마이크로소프트 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Quality Analyst/Business Experience Operation Manager (2006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~2013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한국마이크로소프트 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Application/Web Test Engineer (1997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~2003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lang="ko-KR" altLang="en-US" sz="1100" b="0" kern="120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한빛마이크로시스템즈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Microsoft Windows Support Engineer (1995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~1997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1949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주요실적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[</a:t>
                      </a:r>
                      <a:r>
                        <a:rPr lang="ko-KR" altLang="en-US" sz="1100" b="1" dirty="0">
                          <a:latin typeface="+mn-lt"/>
                        </a:rPr>
                        <a:t>서류</a:t>
                      </a:r>
                      <a:r>
                        <a:rPr lang="en-US" altLang="ko-KR" sz="1100" b="1" dirty="0">
                          <a:latin typeface="+mn-lt"/>
                        </a:rPr>
                        <a:t>] 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한국서부발전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한국도로공사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성과평가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부산항만공사</a:t>
                      </a:r>
                    </a:p>
                    <a:p>
                      <a:pPr marL="0" marR="0" lvl="0" indent="0" algn="l" rtl="0" eaLnBrk="1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</a:pPr>
                      <a:r>
                        <a:rPr lang="en-US" altLang="ko-KR" sz="1100" b="1" dirty="0">
                          <a:latin typeface="+mn-lt"/>
                        </a:rPr>
                        <a:t>[</a:t>
                      </a:r>
                      <a:r>
                        <a:rPr lang="ko-KR" altLang="en-US" sz="1100" b="1" dirty="0">
                          <a:latin typeface="+mn-lt"/>
                        </a:rPr>
                        <a:t>면접</a:t>
                      </a:r>
                      <a:r>
                        <a:rPr lang="en-US" altLang="ko-KR" sz="1100" b="1" dirty="0">
                          <a:latin typeface="+mn-lt"/>
                        </a:rPr>
                        <a:t>] </a:t>
                      </a:r>
                      <a:r>
                        <a:rPr lang="ko-KR" altLang="en-US" sz="1100" b="0" dirty="0">
                          <a:latin typeface="+mn-lt"/>
                        </a:rPr>
                        <a:t>한국전력공사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하남시청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안성시청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인천시설관리공사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한국주택금융공사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강원랜드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marR="0" lvl="0" indent="0" algn="l" rtl="0" eaLnBrk="1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</a:pP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한</a:t>
                      </a:r>
                      <a:r>
                        <a:rPr lang="ko-KR" sz="1100" b="0" i="0" u="none" strike="noStrike" kern="1200" baseline="0" noProof="0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</a:rPr>
                        <a:t>국수자원공사</a:t>
                      </a:r>
                      <a:r>
                        <a:rPr lang="en-US" altLang="ko-KR" sz="1100" b="0" i="0" u="none" strike="noStrike" kern="1200" baseline="0" noProof="0" dirty="0">
                          <a:solidFill>
                            <a:schemeClr val="dk1"/>
                          </a:solidFill>
                          <a:latin typeface="Malgun Gothic"/>
                        </a:rPr>
                        <a:t>(</a:t>
                      </a:r>
                      <a:r>
                        <a:rPr lang="ko-KR" sz="1100" b="0" i="0" u="none" strike="noStrike" kern="1200" baseline="0" noProof="0" dirty="0" err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</a:rPr>
                        <a:t>비대면</a:t>
                      </a:r>
                      <a:r>
                        <a:rPr lang="ko-KR" sz="1100" b="0" i="0" u="none" strike="noStrike" kern="1200" baseline="0" noProof="0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</a:rPr>
                        <a:t> 영상 면접</a:t>
                      </a:r>
                      <a:r>
                        <a:rPr lang="en-US" altLang="ko-KR" sz="1100" b="0" i="0" u="none" strike="noStrike" kern="1200" baseline="0" noProof="0" dirty="0">
                          <a:solidFill>
                            <a:schemeClr val="dk1"/>
                          </a:solidFill>
                          <a:latin typeface="Malgun Gothic"/>
                        </a:rPr>
                        <a:t>), 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한국거래소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영어면접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한국보건산업진흥원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영어면접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1100" b="0" kern="1200" baseline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100" b="0" i="0" u="none" strike="noStrike" kern="1200" baseline="0" noProof="0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</a:rPr>
                        <a:t>         </a:t>
                      </a:r>
                      <a:endParaRPr lang="en-US" sz="1100" b="0" i="0" u="none" strike="noStrike" kern="1200" baseline="0" noProof="0" dirty="0">
                        <a:solidFill>
                          <a:schemeClr val="dk1"/>
                        </a:solidFill>
                        <a:latin typeface="Malgun Gothi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985863"/>
              </p:ext>
            </p:extLst>
          </p:nvPr>
        </p:nvGraphicFramePr>
        <p:xfrm>
          <a:off x="248578" y="5289376"/>
          <a:ext cx="8752578" cy="1491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152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/>
                        <a:t>기타</a:t>
                      </a:r>
                      <a:r>
                        <a:rPr lang="en-US" altLang="ko-KR" sz="1600"/>
                        <a:t>(</a:t>
                      </a:r>
                      <a:r>
                        <a:rPr lang="ko-KR" altLang="en-US" sz="1600"/>
                        <a:t>자격</a:t>
                      </a:r>
                      <a:r>
                        <a:rPr lang="ko-KR" altLang="en-US" sz="1600" baseline="0"/>
                        <a:t> 및 이수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/>
                        <a:t>저서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/>
                        <a:t>논문 등</a:t>
                      </a:r>
                      <a:r>
                        <a:rPr lang="en-US" altLang="ko-KR" sz="1600" baseline="0"/>
                        <a:t>)</a:t>
                      </a:r>
                      <a:endParaRPr lang="ko-KR" altLang="en-US" sz="1600"/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17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자격 및 이수</a:t>
                      </a:r>
                    </a:p>
                    <a:p>
                      <a:pPr algn="ctr" latinLnBrk="1"/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lgun Gothic"/>
                          <a:ea typeface="Malgun Gothic"/>
                        </a:rPr>
                        <a:t>채용면접전문가</a:t>
                      </a:r>
                      <a:r>
                        <a:rPr lang="en-US" altLang="ko-KR" sz="1100" b="0" i="0" u="none" strike="noStrike" kern="1200" baseline="0" noProof="0">
                          <a:solidFill>
                            <a:schemeClr val="dk1"/>
                          </a:solidFill>
                          <a:effectLst/>
                          <a:latin typeface="Malgun Gothic"/>
                          <a:ea typeface="Malgun Gothic"/>
                        </a:rPr>
                        <a:t> 2</a:t>
                      </a:r>
                      <a:r>
                        <a:rPr lang="ko-KR" altLang="en-US" sz="1100" b="0" i="0" u="none" strike="noStrike" kern="1200" baseline="0" noProof="0">
                          <a:solidFill>
                            <a:schemeClr val="dk1"/>
                          </a:solidFill>
                          <a:effectLst/>
                          <a:latin typeface="Malgun Gothic"/>
                          <a:ea typeface="Malgun Gothic"/>
                        </a:rPr>
                        <a:t>급 자격증</a:t>
                      </a:r>
                      <a:r>
                        <a:rPr lang="en-US" altLang="ko-KR" sz="11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lgun Gothic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lgun Gothic"/>
                          <a:ea typeface="Malgun Gothic"/>
                        </a:rPr>
                        <a:t>한국전문면접평가인증원</a:t>
                      </a:r>
                      <a:r>
                        <a:rPr lang="en-US" altLang="ko-KR" sz="11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lgun Gothic"/>
                          <a:ea typeface="+mn-ea"/>
                        </a:rPr>
                        <a:t>), </a:t>
                      </a:r>
                      <a:r>
                        <a:rPr lang="ko-KR" altLang="ko-KR" sz="11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lgun Gothic"/>
                          <a:ea typeface="Malgun Gothic"/>
                        </a:rPr>
                        <a:t>전문면접관 교육 </a:t>
                      </a:r>
                      <a:r>
                        <a:rPr lang="ko-KR" altLang="en-US" sz="11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lgun Gothic"/>
                          <a:ea typeface="Malgun Gothic"/>
                        </a:rPr>
                        <a:t>수료</a:t>
                      </a:r>
                      <a:r>
                        <a:rPr lang="ko-KR" altLang="ko-KR" sz="11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1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lgun Gothic"/>
                          <a:ea typeface="+mn-ea"/>
                        </a:rPr>
                        <a:t>(</a:t>
                      </a:r>
                      <a:r>
                        <a:rPr lang="ko-KR" altLang="ko-KR" sz="11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lgun Gothic"/>
                          <a:ea typeface="Malgun Gothic"/>
                        </a:rPr>
                        <a:t>한국면접관협회</a:t>
                      </a:r>
                      <a:r>
                        <a:rPr lang="en-US" altLang="ko-KR" sz="11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lgun Gothic"/>
                          <a:ea typeface="+mn-ea"/>
                        </a:rPr>
                        <a:t>)</a:t>
                      </a:r>
                      <a:endParaRPr lang="en-US" altLang="ko-KR" sz="1100" b="0" i="0" u="none" strike="noStrike" kern="1200" noProof="0">
                        <a:solidFill>
                          <a:srgbClr val="000000"/>
                        </a:solidFill>
                        <a:effectLst/>
                        <a:latin typeface="Malgun Gothic"/>
                        <a:ea typeface="+mn-ea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인사 담당자</a:t>
                      </a: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면접관 교육과정 수료</a:t>
                      </a: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한국산업인력공단</a:t>
                      </a: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엑스퍼트</a:t>
                      </a: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17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COPC(Customer Operations Performance Center)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자격증</a:t>
                      </a:r>
                      <a:r>
                        <a:rPr lang="en-US" altLang="ko-KR" sz="110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10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고객서비스 및 콜 센터 운영 성과 측정</a:t>
                      </a:r>
                      <a:r>
                        <a:rPr lang="en-US" altLang="ko-KR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2015.12</a:t>
                      </a:r>
                    </a:p>
                    <a:p>
                      <a:pPr marL="171450" lvl="0" indent="-171450" algn="l" defTabSz="914400" rtl="0" eaLnBrk="1" latinLnBrk="1" hangingPunct="1">
                        <a:lnSpc>
                          <a:spcPts val="17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1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시그마 </a:t>
                      </a:r>
                      <a:r>
                        <a:rPr lang="ko-KR" altLang="en-US" sz="1100" b="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그린밸트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한국마이크로소프트</a:t>
                      </a:r>
                      <a:r>
                        <a:rPr lang="en-US" altLang="ko-KR" sz="11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2009.3</a:t>
                      </a:r>
                      <a:endParaRPr lang="ko-KR" altLang="en-US" sz="1100" b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107504" y="99455"/>
            <a:ext cx="4536504" cy="305209"/>
          </a:xfrm>
        </p:spPr>
        <p:txBody>
          <a:bodyPr>
            <a:normAutofit fontScale="90000"/>
          </a:bodyPr>
          <a:lstStyle/>
          <a:p>
            <a:pPr algn="l">
              <a:tabLst>
                <a:tab pos="533400" algn="l"/>
                <a:tab pos="625475" algn="l"/>
              </a:tabLst>
            </a:pPr>
            <a:r>
              <a:rPr lang="ko-KR" altLang="en-US" sz="1800" b="1">
                <a:solidFill>
                  <a:schemeClr val="accent1">
                    <a:lumMod val="50000"/>
                  </a:schemeClr>
                </a:solidFill>
              </a:rPr>
              <a:t>면접관</a:t>
            </a:r>
            <a:r>
              <a:rPr lang="en-US" altLang="ko-KR" sz="1800" b="1">
                <a:solidFill>
                  <a:schemeClr val="accent1">
                    <a:lumMod val="50000"/>
                  </a:schemeClr>
                </a:solidFill>
              </a:rPr>
              <a:t> Profile</a:t>
            </a:r>
            <a:endParaRPr lang="ko-KR" altLang="en-US" sz="1800" b="1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7448D3E-09DE-517D-A815-BD2CED459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742" y="755683"/>
            <a:ext cx="1290390" cy="152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88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264</Words>
  <Application>Microsoft Office PowerPoint</Application>
  <PresentationFormat>화면 슬라이드 쇼(4:3)</PresentationFormat>
  <Paragraphs>34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Arial,Sans-Serif</vt:lpstr>
      <vt:lpstr>Malgun Gothic</vt:lpstr>
      <vt:lpstr>Malgun Gothic</vt:lpstr>
      <vt:lpstr>Arial</vt:lpstr>
      <vt:lpstr>Wingdings</vt:lpstr>
      <vt:lpstr>Office 테마</vt:lpstr>
      <vt:lpstr>면접관 Profile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Profile</dc:title>
  <dc:creator>이승철</dc:creator>
  <cp:lastModifiedBy>권미경</cp:lastModifiedBy>
  <cp:revision>24</cp:revision>
  <dcterms:created xsi:type="dcterms:W3CDTF">2014-08-26T23:33:08Z</dcterms:created>
  <dcterms:modified xsi:type="dcterms:W3CDTF">2026-01-10T22:48:02Z</dcterms:modified>
</cp:coreProperties>
</file>