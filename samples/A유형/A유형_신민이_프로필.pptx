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380" y="64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25F35B2-2A92-4A63-B637-C7F8227E17C5}" type="datetime1">
              <a:rPr lang="ko-KR" altLang="en-US" smtClean="0"/>
              <a:pPr lvl="0"/>
              <a:t>2026-01-14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9E2EC4B-88B6-4DD0-90F4-09501FEE91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498923"/>
              </p:ext>
            </p:extLst>
          </p:nvPr>
        </p:nvGraphicFramePr>
        <p:xfrm>
          <a:off x="220132" y="404664"/>
          <a:ext cx="8781023" cy="1857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599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180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사 진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/>
                    </a:p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신 민 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1980</a:t>
                      </a:r>
                      <a:r>
                        <a:rPr lang="ko-KR" altLang="en-US" sz="1100" dirty="0"/>
                        <a:t>년 </a:t>
                      </a:r>
                      <a:r>
                        <a:rPr lang="en-US" altLang="ko-KR" sz="1100" dirty="0"/>
                        <a:t>9</a:t>
                      </a:r>
                      <a:r>
                        <a:rPr lang="ko-KR" altLang="en-US" sz="1100" dirty="0"/>
                        <a:t>월 </a:t>
                      </a:r>
                      <a:r>
                        <a:rPr lang="en-US" altLang="ko-KR" sz="1100" dirty="0"/>
                        <a:t>30</a:t>
                      </a:r>
                      <a:r>
                        <a:rPr lang="ko-KR" altLang="en-US" sz="1100" dirty="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 err="1">
                          <a:latin typeface="+mn-lt"/>
                        </a:rPr>
                        <a:t>코너스톤</a:t>
                      </a:r>
                      <a:r>
                        <a:rPr lang="ko-KR" altLang="en-US" sz="1100" baseline="0" dirty="0">
                          <a:latin typeface="+mn-lt"/>
                        </a:rPr>
                        <a:t> 컨설팅 대표               </a:t>
                      </a:r>
                      <a:r>
                        <a:rPr lang="en-US" altLang="ko-KR" sz="1100" baseline="0" dirty="0">
                          <a:latin typeface="+mn-lt"/>
                        </a:rPr>
                        <a:t>010-3301-5007           min2minyi@hanmail.net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latin typeface="+mn-lt"/>
                        </a:rPr>
                        <a:t>인사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경영일반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공공일반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숭실대학교 문예창작 학사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001389"/>
              </p:ext>
            </p:extLst>
          </p:nvPr>
        </p:nvGraphicFramePr>
        <p:xfrm>
          <a:off x="241011" y="2276872"/>
          <a:ext cx="8760145" cy="301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595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96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코너스톤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컨설팅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en-US" altLang="ko-KR" sz="1100" baseline="0" dirty="0">
                          <a:latin typeface="+mn-lt"/>
                        </a:rPr>
                        <a:t>HR</a:t>
                      </a:r>
                      <a:r>
                        <a:rPr lang="ko-KR" altLang="en-US" sz="1100" baseline="0" dirty="0">
                          <a:latin typeface="+mn-lt"/>
                        </a:rPr>
                        <a:t>컨설팅</a:t>
                      </a:r>
                      <a:r>
                        <a:rPr lang="en-US" altLang="ko-KR" sz="1100" baseline="0" dirty="0">
                          <a:latin typeface="+mn-lt"/>
                        </a:rPr>
                        <a:t>) </a:t>
                      </a:r>
                      <a:r>
                        <a:rPr lang="ko-KR" altLang="en-US" sz="1100" baseline="0" dirty="0">
                          <a:latin typeface="+mn-lt"/>
                        </a:rPr>
                        <a:t>대표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2014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07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lang="ko-KR" altLang="ko-KR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한국산업인력공단 인증 NCS 컨설턴트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2015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이랜드그룹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전략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HR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팀장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2003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12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2014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06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1949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서류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KB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국민은행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한국공정거래조정원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한국도로공사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건강보험공단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한국수자원공사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인천항만공사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산업은행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</a:endParaRP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      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여수광양항만공사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국민연금공단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수협중앙회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중소기업기술정보진흥원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강원창조경제혁신센터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등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면접</a:t>
                      </a:r>
                      <a:r>
                        <a:rPr lang="en-US" altLang="ko-KR" sz="1100" b="1" dirty="0">
                          <a:latin typeface="+mn-lt"/>
                        </a:rPr>
                        <a:t>] 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KB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국민은행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IBK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기업은행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하나은행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한국무역보험공사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산업은행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한국농어촌공사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KPS,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한국공항공사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       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한국수자원공사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한국지역난방공사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강원랜드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부산항만공사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한국서부발전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경상북도경제진흥원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등</a:t>
                      </a:r>
                    </a:p>
                    <a:p>
                      <a:pPr marL="171450" lvl="0" indent="-171450" latinLnBrk="1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기타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교육 및 평가활동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: NCS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세분류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개발 프로젝트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PM,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국회의원 모의 면접관 참여</a:t>
                      </a:r>
                      <a:endParaRPr lang="en-US" altLang="ko-KR" sz="11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183119"/>
              </p:ext>
            </p:extLst>
          </p:nvPr>
        </p:nvGraphicFramePr>
        <p:xfrm>
          <a:off x="248578" y="5289376"/>
          <a:ext cx="8752578" cy="1507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15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전문면접관 교육 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한국산업인력공단 인증 NCS 컨설팅 자격</a:t>
                      </a:r>
                      <a:endParaRPr lang="en-US" altLang="ko-KR"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숭실대학교 평생교육원 </a:t>
                      </a:r>
                      <a:r>
                        <a:rPr lang="ko-KR" altLang="ko-KR" sz="1100" b="0" i="0" u="none" strike="noStrike" cap="none" dirty="0" err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커리어코칭</a:t>
                      </a:r>
                      <a:r>
                        <a:rPr lang="ko-KR" altLang="ko-KR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수료 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1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해설이 있는 대기업 </a:t>
                      </a:r>
                      <a:r>
                        <a:rPr lang="ko-KR" altLang="ko-KR" sz="1100" b="0" i="0" u="none" strike="noStrike" cap="none" dirty="0" err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면접기출</a:t>
                      </a:r>
                      <a:r>
                        <a:rPr lang="ko-KR" altLang="ko-KR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100제 –</a:t>
                      </a:r>
                      <a:r>
                        <a:rPr lang="ko-KR" altLang="ko-KR" sz="1100" b="0" i="0" u="none" strike="noStrike" cap="none" dirty="0" err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인크루트</a:t>
                      </a:r>
                      <a:r>
                        <a:rPr lang="ko-KR" altLang="ko-KR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공동 저자</a:t>
                      </a:r>
                      <a:endParaRPr lang="en-US" altLang="ko-KR"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조선일보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(2016.11.4) </a:t>
                      </a:r>
                      <a:r>
                        <a:rPr lang="ko-KR" altLang="en-US" sz="1100" b="0" i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파이낸셜뉴스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(2016.10.28) -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면접 대비 관련 전문가 의견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그림 3" descr="인간의 얼굴, 미소, 사람, 헤드샷이(가) 표시된 사진">
            <a:extLst>
              <a:ext uri="{FF2B5EF4-FFF2-40B4-BE49-F238E27FC236}">
                <a16:creationId xmlns:a16="http://schemas.microsoft.com/office/drawing/2014/main" id="{602BC000-FF4F-4849-DF72-B6342FA39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78" y="836712"/>
            <a:ext cx="1299085" cy="135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229</Words>
  <Application>Microsoft Office PowerPoint</Application>
  <PresentationFormat>화면 슬라이드 쇼(4:3)</PresentationFormat>
  <Paragraphs>36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115</cp:revision>
  <dcterms:created xsi:type="dcterms:W3CDTF">2014-08-26T23:33:08Z</dcterms:created>
  <dcterms:modified xsi:type="dcterms:W3CDTF">2026-01-14T04:13:12Z</dcterms:modified>
  <cp:version/>
</cp:coreProperties>
</file>