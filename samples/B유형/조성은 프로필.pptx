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6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2025-08-06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438186"/>
              </p:ext>
            </p:extLst>
          </p:nvPr>
        </p:nvGraphicFramePr>
        <p:xfrm>
          <a:off x="220132" y="404664"/>
          <a:ext cx="8781023" cy="185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조성은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1979. 01. 25.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100" b="0" baseline="0" dirty="0" err="1"/>
                        <a:t>HRsum</a:t>
                      </a:r>
                      <a:r>
                        <a:rPr lang="ko-KR" altLang="en-US" sz="1100" b="0" baseline="0" dirty="0"/>
                        <a:t>컨설팅 대표</a:t>
                      </a:r>
                      <a:r>
                        <a:rPr lang="ko-KR" altLang="en-US" sz="1100" b="1" baseline="0" dirty="0"/>
                        <a:t> </a:t>
                      </a:r>
                      <a:r>
                        <a:rPr lang="ko-KR" altLang="en-US" sz="1100" baseline="0" dirty="0"/>
                        <a:t>     연락처</a:t>
                      </a:r>
                      <a:r>
                        <a:rPr lang="en-US" altLang="ko-KR" sz="1100" baseline="0" dirty="0"/>
                        <a:t>: 010-4820-0280,         </a:t>
                      </a:r>
                      <a:r>
                        <a:rPr lang="ko-KR" altLang="en-US" sz="1100" baseline="0" dirty="0"/>
                        <a:t>이메일</a:t>
                      </a:r>
                      <a:r>
                        <a:rPr lang="en-US" altLang="ko-KR" sz="1100" baseline="0" dirty="0"/>
                        <a:t>: cocoriri1@naver.com</a:t>
                      </a:r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채용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인사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교육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경력개발</a:t>
                      </a:r>
                      <a:r>
                        <a:rPr lang="en-US" altLang="ko-KR" sz="1100" dirty="0"/>
                        <a:t>, NCS</a:t>
                      </a:r>
                      <a:r>
                        <a:rPr lang="ko-KR" altLang="en-US" sz="1100" dirty="0"/>
                        <a:t>직무역량개발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경희대학교 전자정보학부 학사 졸업</a:t>
                      </a: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673003"/>
              </p:ext>
            </p:extLst>
          </p:nvPr>
        </p:nvGraphicFramePr>
        <p:xfrm>
          <a:off x="241011" y="2276872"/>
          <a:ext cx="8760145" cy="3110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658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73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現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HRsum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컨설팅 대표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(‘22. 03. ~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현재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채용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인사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교육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경력개발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NCS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직무역량 자문위원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前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가톨릭대학교 현장실습지원센터 컨설턴트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20. 11. ~ 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22. 02.)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前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서울시 여성능력개발원 </a:t>
                      </a: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광역새일팀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선임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 03. ~ 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20. 10.) </a:t>
                      </a:r>
                    </a:p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前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스카우트 기업컨설팅 팀장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03. 03. ~ ’11. 02.)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57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1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dirty="0">
                          <a:latin typeface="+mn-lt"/>
                        </a:rPr>
                        <a:t>한국거래소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기업은행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국민은행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부산항만공사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신용보증기금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신용회복위원회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이스트소프트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지속발전기업협의회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코레일테크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한국과학기술원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한국산업단지공단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한국상장회사협의회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한국연구재단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LH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한국토지주택공사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lvl="0" indent="0" latinLnBrk="1">
                        <a:lnSpc>
                          <a:spcPct val="110000"/>
                        </a:lnSpc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기술보증기금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산업은행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lvl="0" indent="0" latinLnBrk="1">
                        <a:lnSpc>
                          <a:spcPct val="110000"/>
                        </a:lnSpc>
                        <a:buFont typeface="Arial"/>
                        <a:buNone/>
                        <a:defRPr/>
                      </a:pPr>
                      <a:endParaRPr kumimoji="0" lang="en-US" altLang="ko-KR" sz="11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latinLnBrk="1">
                        <a:lnSpc>
                          <a:spcPct val="11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금융감독원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보령시시설관리공단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서울시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50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플러스재단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인천서구시설관리공단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중소벤처기업진흥공단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하나은행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한국남부발전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한국전력기술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한국연구재단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한국무역보험공사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건강보험심사평가원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한국가스공사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lvl="0" indent="0" latinLnBrk="1">
                        <a:lnSpc>
                          <a:spcPct val="110000"/>
                        </a:lnSpc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한국산업단지공단 등 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lvl="0" indent="0" latinLnBrk="1">
                        <a:lnSpc>
                          <a:spcPct val="110000"/>
                        </a:lnSpc>
                        <a:buFont typeface="Arial"/>
                        <a:buNone/>
                        <a:defRPr/>
                      </a:pPr>
                      <a:endParaRPr kumimoji="0" lang="ko-KR" altLang="en-US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[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기타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교육 및 평가활동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]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서울권역 새일센터 종사자 직무능력 강화 교육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dirty="0"/>
                        <a:t>NCS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문항출제위원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자원관리능력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058897"/>
              </p:ext>
            </p:extLst>
          </p:nvPr>
        </p:nvGraphicFramePr>
        <p:xfrm>
          <a:off x="234354" y="5379920"/>
          <a:ext cx="8752578" cy="1433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61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98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전문면접관 교육 이수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dirty="0" err="1"/>
                        <a:t>라온컨설팅그룹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dirty="0"/>
                        <a:t>스카우트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한국표준협회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커리어코칭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과정 이수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고려사이버대학교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직업상담사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고용노동부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평생교육사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국가평생교육진흥원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KAC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인증코치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한국코치협회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8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한경</a:t>
                      </a:r>
                      <a:r>
                        <a:rPr lang="en-US" altLang="ko-KR" sz="1100" dirty="0"/>
                        <a:t>WOW TV</a:t>
                      </a:r>
                      <a:r>
                        <a:rPr lang="ko-KR" altLang="en-US" sz="1100" dirty="0"/>
                        <a:t> 취업정보 프로그램 고정 패널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DB5114-7F3A-5964-FBB0-F84997544D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764704"/>
            <a:ext cx="1224136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272</Words>
  <Application>Microsoft Office PowerPoint</Application>
  <PresentationFormat>화면 슬라이드 쇼(4:3)</PresentationFormat>
  <Paragraphs>35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123</cp:revision>
  <dcterms:created xsi:type="dcterms:W3CDTF">2014-08-26T23:33:08Z</dcterms:created>
  <dcterms:modified xsi:type="dcterms:W3CDTF">2025-08-06T11:02:58Z</dcterms:modified>
  <cp:version/>
</cp:coreProperties>
</file>