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8" r:id="rId2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3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7EAE36-41C5-4FAB-AEE1-3E3CB0C5846D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4AF50-07FB-45E5-AAEF-39AEE7F5B7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429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8819-86A8-42EC-A766-8C8714EE20AE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D7B-F838-4CF0-9A2B-B68055871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211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8819-86A8-42EC-A766-8C8714EE20AE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D7B-F838-4CF0-9A2B-B68055871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68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8819-86A8-42EC-A766-8C8714EE20AE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D7B-F838-4CF0-9A2B-B68055871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344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8819-86A8-42EC-A766-8C8714EE20AE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D7B-F838-4CF0-9A2B-B68055871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245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8819-86A8-42EC-A766-8C8714EE20AE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D7B-F838-4CF0-9A2B-B68055871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17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8819-86A8-42EC-A766-8C8714EE20AE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D7B-F838-4CF0-9A2B-B68055871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442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8819-86A8-42EC-A766-8C8714EE20AE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D7B-F838-4CF0-9A2B-B68055871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739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8819-86A8-42EC-A766-8C8714EE20AE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D7B-F838-4CF0-9A2B-B68055871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90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8819-86A8-42EC-A766-8C8714EE20AE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D7B-F838-4CF0-9A2B-B68055871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382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8819-86A8-42EC-A766-8C8714EE20AE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D7B-F838-4CF0-9A2B-B68055871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26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88819-86A8-42EC-A766-8C8714EE20AE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3D7B-F838-4CF0-9A2B-B68055871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30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88819-86A8-42EC-A766-8C8714EE20AE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13D7B-F838-4CF0-9A2B-B68055871C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970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eahmoon.hyewon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024315"/>
              </p:ext>
            </p:extLst>
          </p:nvPr>
        </p:nvGraphicFramePr>
        <p:xfrm>
          <a:off x="220134" y="404664"/>
          <a:ext cx="8781023" cy="1857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59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180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사 진</a:t>
                      </a:r>
                      <a:endParaRPr lang="en-US" altLang="ko-KR" sz="1100" dirty="0"/>
                    </a:p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문 </a:t>
                      </a:r>
                      <a:r>
                        <a:rPr lang="ko-KR" altLang="en-US" sz="1100" dirty="0" err="1"/>
                        <a:t>혜</a:t>
                      </a:r>
                      <a:r>
                        <a:rPr lang="ko-KR" altLang="en-US" sz="1100" dirty="0"/>
                        <a:t> 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1976</a:t>
                      </a:r>
                      <a:r>
                        <a:rPr lang="ko-KR" altLang="en-US" sz="1100" dirty="0"/>
                        <a:t>년 </a:t>
                      </a:r>
                      <a:r>
                        <a:rPr lang="en-US" altLang="ko-KR" sz="1100" dirty="0"/>
                        <a:t>7</a:t>
                      </a:r>
                      <a:r>
                        <a:rPr lang="ko-KR" altLang="en-US" sz="1100" dirty="0"/>
                        <a:t>월 </a:t>
                      </a:r>
                      <a:r>
                        <a:rPr lang="en-US" altLang="ko-KR" sz="1100" dirty="0"/>
                        <a:t>16</a:t>
                      </a:r>
                      <a:r>
                        <a:rPr lang="ko-KR" altLang="en-US" sz="1100" dirty="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latin typeface="+mn-lt"/>
                        </a:rPr>
                        <a:t>㈜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벤처피플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HR</a:t>
                      </a:r>
                      <a:r>
                        <a:rPr lang="ko-KR" altLang="en-US" sz="1100" baseline="0" dirty="0">
                          <a:latin typeface="+mn-lt"/>
                        </a:rPr>
                        <a:t>컨설팅본부 이사         </a:t>
                      </a:r>
                      <a:r>
                        <a:rPr lang="en-US" altLang="ko-KR" sz="1100" baseline="0">
                          <a:latin typeface="+mn-lt"/>
                        </a:rPr>
                        <a:t>010-5745-7160     </a:t>
                      </a:r>
                      <a:r>
                        <a:rPr lang="en-US" altLang="ko-KR" sz="1100" baseline="0" dirty="0">
                          <a:latin typeface="+mn-lt"/>
                          <a:hlinkClick r:id="rId3"/>
                        </a:rPr>
                        <a:t>leahmoon.hyewon@gmail.com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latin typeface="+mn-lt"/>
                        </a:rPr>
                        <a:t>인사총괄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인사운영</a:t>
                      </a:r>
                      <a:r>
                        <a:rPr lang="en-US" altLang="ko-KR" sz="1100" dirty="0">
                          <a:latin typeface="+mn-lt"/>
                        </a:rPr>
                        <a:t>,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dirty="0">
                          <a:latin typeface="+mn-lt"/>
                        </a:rPr>
                        <a:t>기획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채용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 err="1">
                          <a:latin typeface="+mn-lt"/>
                        </a:rPr>
                        <a:t>채용브랜딩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노무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평가보상 등</a:t>
                      </a:r>
                      <a:r>
                        <a:rPr lang="en-US" altLang="ko-KR" sz="1100" dirty="0">
                          <a:latin typeface="+mn-lt"/>
                        </a:rPr>
                        <a:t> HR </a:t>
                      </a:r>
                      <a:r>
                        <a:rPr lang="ko-KR" altLang="en-US" sz="1100" dirty="0">
                          <a:latin typeface="+mn-lt"/>
                        </a:rPr>
                        <a:t>전체 영역 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전체 </a:t>
                      </a:r>
                      <a:r>
                        <a:rPr lang="en-US" altLang="ko-KR" sz="1100" dirty="0">
                          <a:latin typeface="+mn-lt"/>
                        </a:rPr>
                        <a:t>Cycle</a:t>
                      </a:r>
                      <a:r>
                        <a:rPr lang="en-US" altLang="ko-KR" sz="1100" baseline="0" dirty="0">
                          <a:latin typeface="+mn-lt"/>
                        </a:rPr>
                        <a:t> / </a:t>
                      </a:r>
                      <a:r>
                        <a:rPr lang="ko-KR" altLang="en-US" sz="1100" baseline="0" dirty="0">
                          <a:latin typeface="+mn-lt"/>
                        </a:rPr>
                        <a:t>공정채용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성균관대학교 </a:t>
                      </a:r>
                      <a:r>
                        <a:rPr lang="ko-KR" altLang="en-US" sz="1100">
                          <a:latin typeface="+mn-lt"/>
                        </a:rPr>
                        <a:t>산업심리 학사 </a:t>
                      </a:r>
                      <a:r>
                        <a:rPr lang="en-US" altLang="ko-KR" sz="1100">
                          <a:latin typeface="+mn-lt"/>
                        </a:rPr>
                        <a:t>/ </a:t>
                      </a:r>
                      <a:r>
                        <a:rPr lang="ko-KR" altLang="en-US" sz="1100">
                          <a:latin typeface="+mn-lt"/>
                        </a:rPr>
                        <a:t>고려대학교 노동대학원 인력관리학 석사과정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443960"/>
              </p:ext>
            </p:extLst>
          </p:nvPr>
        </p:nvGraphicFramePr>
        <p:xfrm>
          <a:off x="241013" y="2276873"/>
          <a:ext cx="8760145" cy="3168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675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8216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㈜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벤처피플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HR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컨설팅본부 이사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(2023.12 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fontAlgn="auto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㈜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엔코드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피플팀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팀장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(2022.05 ~ 2023.04)</a:t>
                      </a:r>
                    </a:p>
                    <a:p>
                      <a:pPr marL="180975" marR="0" lvl="0" indent="-180975" algn="l" defTabSz="914400" rtl="0" eaLnBrk="0" fontAlgn="auto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테크빌교육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㈜ 경영지원부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인사경영팀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팀장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(2019.03 ~ 2022.05)</a:t>
                      </a:r>
                    </a:p>
                    <a:p>
                      <a:pPr marL="180975" marR="0" lvl="0" indent="-180975" algn="l" defTabSz="914400" rtl="0" eaLnBrk="0" fontAlgn="auto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㈜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디자인하우스 경영지원본부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인사팀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팀장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(2017.03 ~ 2018.11)</a:t>
                      </a:r>
                    </a:p>
                    <a:p>
                      <a:pPr marL="180975" marR="0" lvl="0" indent="-180975" algn="l" defTabSz="914400" rtl="0" eaLnBrk="0" fontAlgn="auto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키네마스터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㈜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경영지원실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인사팀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팀장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(2008.06 ~ 2016.07)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CJ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프레시웨이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㈜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경영지원실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인사팀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인사파트 대리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(2001.01 ~ 2007.1)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7462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주요실적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indent="0" latinLnBrk="1">
                        <a:lnSpc>
                          <a:spcPct val="10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ea"/>
                        </a:rPr>
                        <a:t>[</a:t>
                      </a:r>
                      <a:r>
                        <a:rPr lang="ko-KR" altLang="en-US" sz="1100" b="1" dirty="0">
                          <a:latin typeface="+mn-ea"/>
                        </a:rPr>
                        <a:t>서류</a:t>
                      </a:r>
                      <a:r>
                        <a:rPr lang="en-US" altLang="ko-KR" sz="1100" b="1" dirty="0">
                          <a:latin typeface="+mn-ea"/>
                        </a:rPr>
                        <a:t>] </a:t>
                      </a:r>
                      <a:r>
                        <a:rPr lang="ko-KR" altLang="en-US" sz="1100" dirty="0">
                          <a:latin typeface="+mn-ea"/>
                        </a:rPr>
                        <a:t>국민건강보험공단</a:t>
                      </a:r>
                      <a:r>
                        <a:rPr lang="en-US" altLang="ko-KR" sz="1100" dirty="0">
                          <a:latin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</a:rPr>
                        <a:t>신용보증기금</a:t>
                      </a:r>
                      <a:r>
                        <a:rPr lang="en-US" altLang="ko-KR" sz="1100" dirty="0">
                          <a:latin typeface="+mn-ea"/>
                        </a:rPr>
                        <a:t>,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IBK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기업은행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한국디자인진흥원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FMS,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한국도로공사</a:t>
                      </a:r>
                      <a:r>
                        <a:rPr lang="en-US" altLang="ko-KR" sz="1100" dirty="0">
                          <a:latin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</a:rPr>
                        <a:t>국가철도공단</a:t>
                      </a:r>
                      <a:r>
                        <a:rPr lang="en-US" altLang="ko-KR" sz="1100" dirty="0">
                          <a:latin typeface="+mn-ea"/>
                        </a:rPr>
                        <a:t>, </a:t>
                      </a:r>
                    </a:p>
                    <a:p>
                      <a:pPr lvl="0" indent="0" latinLnBrk="1">
                        <a:lnSpc>
                          <a:spcPct val="100000"/>
                        </a:lnSpc>
                        <a:buFont typeface="Arial"/>
                        <a:buNone/>
                        <a:defRPr/>
                      </a:pPr>
                      <a:r>
                        <a:rPr lang="ko-KR" altLang="en-US" sz="1100" dirty="0">
                          <a:latin typeface="+mn-ea"/>
                        </a:rPr>
                        <a:t>부산항만공사</a:t>
                      </a:r>
                      <a:r>
                        <a:rPr lang="en-US" altLang="ko-KR" sz="1100" dirty="0">
                          <a:latin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</a:rPr>
                        <a:t>인천항만공사</a:t>
                      </a:r>
                      <a:r>
                        <a:rPr lang="en-US" altLang="ko-KR" sz="1100" dirty="0">
                          <a:latin typeface="+mn-ea"/>
                        </a:rPr>
                        <a:t>(</a:t>
                      </a:r>
                      <a:r>
                        <a:rPr lang="ko-KR" altLang="en-US" sz="1100" dirty="0">
                          <a:latin typeface="+mn-ea"/>
                        </a:rPr>
                        <a:t>채용검증</a:t>
                      </a:r>
                      <a:r>
                        <a:rPr lang="en-US" altLang="ko-KR" sz="1100" dirty="0">
                          <a:latin typeface="+mn-ea"/>
                        </a:rPr>
                        <a:t>) </a:t>
                      </a:r>
                      <a:r>
                        <a:rPr lang="ko-KR" altLang="en-US" sz="1100" dirty="0">
                          <a:latin typeface="+mn-ea"/>
                        </a:rPr>
                        <a:t>등</a:t>
                      </a:r>
                      <a:endParaRPr kumimoji="0" lang="ko-KR" altLang="en-US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ea"/>
                      </a:endParaRPr>
                    </a:p>
                    <a:p>
                      <a:pPr lvl="0" defTabSz="914400" latinLnBrk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1100" b="1" dirty="0">
                          <a:latin typeface="+mn-ea"/>
                        </a:rPr>
                        <a:t>[</a:t>
                      </a:r>
                      <a:r>
                        <a:rPr lang="ko-KR" altLang="en-US" sz="1100" b="1" dirty="0">
                          <a:latin typeface="+mn-ea"/>
                        </a:rPr>
                        <a:t>면접</a:t>
                      </a:r>
                      <a:r>
                        <a:rPr lang="en-US" altLang="ko-KR" sz="1100" b="1" dirty="0">
                          <a:latin typeface="+mn-ea"/>
                        </a:rPr>
                        <a:t>]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한국자산관리공사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한국수출입은행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KB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국민은행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KOTRA,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한국수자원공사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한국도로공사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한국도로공사서비스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ea"/>
                      </a:endParaRPr>
                    </a:p>
                    <a:p>
                      <a:pPr lvl="0" defTabSz="914400" latinLnBrk="1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100" dirty="0">
                          <a:latin typeface="+mn-ea"/>
                        </a:rPr>
                        <a:t>한국토지주택공사</a:t>
                      </a:r>
                      <a:r>
                        <a:rPr lang="en-US" altLang="ko-KR" sz="1100" dirty="0">
                          <a:latin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</a:rPr>
                        <a:t>한국가스공사</a:t>
                      </a:r>
                      <a:r>
                        <a:rPr lang="en-US" altLang="ko-KR" sz="1100" dirty="0"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한국가스안전공사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한국무역보험공사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한국전력공사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한국전력기술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한국수력원자력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한국남동발전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KPS,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한국에너지기술평가원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코레일테크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코레일로지스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여수광양항만공사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대구도시개발공사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대구공공시설관리공단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지방공기업평가원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해외건설협회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양육비이행관리원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아동권리보장원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서울경제진흥원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국립생물자원관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경기남부경찰청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경기도의회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안성시청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한국광해광업공단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등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ea"/>
                      </a:endParaRPr>
                    </a:p>
                    <a:p>
                      <a:pPr lvl="0" defTabSz="914400" latinLnBrk="1">
                        <a:lnSpc>
                          <a:spcPct val="100000"/>
                        </a:lnSpc>
                        <a:defRPr/>
                      </a:pPr>
                      <a:endParaRPr lang="ko-KR" altLang="en-US" sz="11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292832"/>
              </p:ext>
            </p:extLst>
          </p:nvPr>
        </p:nvGraphicFramePr>
        <p:xfrm>
          <a:off x="248578" y="5289376"/>
          <a:ext cx="8752578" cy="1421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578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27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채용면접전문가 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급 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한국전문면접평가원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100"/>
                    </a:p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/>
                        <a:t>일학습병행제 </a:t>
                      </a:r>
                      <a:r>
                        <a:rPr lang="en-US" altLang="ko-KR" sz="1100"/>
                        <a:t>IPP </a:t>
                      </a:r>
                      <a:r>
                        <a:rPr lang="ko-KR" altLang="en-US" sz="1100"/>
                        <a:t>기업현장교사</a:t>
                      </a:r>
                      <a:r>
                        <a:rPr lang="en-US" altLang="ko-KR" sz="1100"/>
                        <a:t>, NCS </a:t>
                      </a:r>
                      <a:r>
                        <a:rPr lang="ko-KR" altLang="en-US" sz="1100"/>
                        <a:t>마케팅전략기획</a:t>
                      </a:r>
                      <a:r>
                        <a:rPr lang="en-US" altLang="ko-KR" sz="1100"/>
                        <a:t>L5 </a:t>
                      </a:r>
                      <a:r>
                        <a:rPr lang="ko-KR" altLang="en-US" sz="1100"/>
                        <a:t>개발</a:t>
                      </a:r>
                      <a:r>
                        <a:rPr lang="ko-KR" altLang="en-US" sz="1100" baseline="0"/>
                        <a:t> 참여</a:t>
                      </a:r>
                      <a:endParaRPr lang="en-US" altLang="ko-KR" sz="1100"/>
                    </a:p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/>
                        <a:t>NCS</a:t>
                      </a:r>
                      <a:r>
                        <a:rPr lang="ko-KR" altLang="en-US" sz="1100"/>
                        <a:t>확인강사 </a:t>
                      </a:r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인사</a:t>
                      </a:r>
                      <a:r>
                        <a:rPr lang="en-US" altLang="ko-KR" sz="1100"/>
                        <a:t>/</a:t>
                      </a:r>
                      <a:r>
                        <a:rPr lang="ko-KR" altLang="en-US" sz="1100"/>
                        <a:t>조직</a:t>
                      </a:r>
                      <a:r>
                        <a:rPr lang="en-US" altLang="ko-KR" sz="1100"/>
                        <a:t>)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6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인적자원개발 우수기관</a:t>
                      </a:r>
                      <a:r>
                        <a:rPr lang="en-US" altLang="ko-KR" sz="1100" dirty="0"/>
                        <a:t>(Best HRD), </a:t>
                      </a:r>
                      <a:r>
                        <a:rPr lang="ko-KR" altLang="en-US" sz="1100" dirty="0"/>
                        <a:t>가족친화기업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여가친화기업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독서경영우수기업 등 다수 인증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7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87" t="30701" r="27551" b="28349"/>
          <a:stretch/>
        </p:blipFill>
        <p:spPr>
          <a:xfrm rot="5400000">
            <a:off x="190894" y="1007361"/>
            <a:ext cx="1374454" cy="105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590</TotalTime>
  <Words>297</Words>
  <Application>Microsoft Office PowerPoint</Application>
  <PresentationFormat>화면 슬라이드 쇼(4:3)</PresentationFormat>
  <Paragraphs>37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Wingdings</vt:lpstr>
      <vt:lpstr>Office 테마</vt:lpstr>
      <vt:lpstr>면접관 Profile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면접관 Profile</dc:title>
  <dc:creator>leahmoon.hyewon@gmail.com</dc:creator>
  <cp:lastModifiedBy>권미경</cp:lastModifiedBy>
  <cp:revision>27</cp:revision>
  <cp:lastPrinted>2024-12-18T04:04:00Z</cp:lastPrinted>
  <dcterms:created xsi:type="dcterms:W3CDTF">2024-11-01T01:56:59Z</dcterms:created>
  <dcterms:modified xsi:type="dcterms:W3CDTF">2025-10-15T11:01:37Z</dcterms:modified>
</cp:coreProperties>
</file>